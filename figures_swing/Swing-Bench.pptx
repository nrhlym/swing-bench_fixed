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5" r:id="rId2"/>
    <p:sldId id="266" r:id="rId3"/>
  </p:sldIdLst>
  <p:sldSz cx="35999738" cy="28800425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96D5728-B461-4F84-8AEB-E5AF16842B3B}">
          <p14:sldIdLst/>
        </p14:section>
        <p14:section name="整体概览" id="{F32BA759-FCA6-4D74-9E7D-1373293DA2EA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00" userDrawn="1">
          <p15:clr>
            <a:srgbClr val="A4A3A4"/>
          </p15:clr>
        </p15:guide>
        <p15:guide id="2" pos="8186" userDrawn="1">
          <p15:clr>
            <a:srgbClr val="A4A3A4"/>
          </p15:clr>
        </p15:guide>
        <p15:guide id="3" pos="925" userDrawn="1">
          <p15:clr>
            <a:srgbClr val="A4A3A4"/>
          </p15:clr>
        </p15:guide>
        <p15:guide id="4" pos="22536" userDrawn="1">
          <p15:clr>
            <a:srgbClr val="A4A3A4"/>
          </p15:clr>
        </p15:guide>
        <p15:guide id="5" orient="horz" pos="99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AADD"/>
    <a:srgbClr val="1C2126"/>
    <a:srgbClr val="D9D9D9"/>
    <a:srgbClr val="F85149"/>
    <a:srgbClr val="3BAF4C"/>
    <a:srgbClr val="EC002C"/>
    <a:srgbClr val="010409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71" autoAdjust="0"/>
    <p:restoredTop sz="95701" autoAdjust="0"/>
  </p:normalViewPr>
  <p:slideViewPr>
    <p:cSldViewPr snapToGrid="0" showGuides="1">
      <p:cViewPr>
        <p:scale>
          <a:sx n="52" d="100"/>
          <a:sy n="52" d="100"/>
        </p:scale>
        <p:origin x="-96" y="-2824"/>
      </p:cViewPr>
      <p:guideLst>
        <p:guide orient="horz" pos="100"/>
        <p:guide pos="8186"/>
        <p:guide pos="925"/>
        <p:guide pos="22536"/>
        <p:guide orient="horz" pos="992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125391" y="857250"/>
            <a:ext cx="2893219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00063" y="4713336"/>
            <a:ext cx="27000373" cy="10026667"/>
          </a:xfrm>
        </p:spPr>
        <p:txBody>
          <a:bodyPr anchor="b"/>
          <a:lstStyle>
            <a:lvl1pPr algn="ctr">
              <a:defRPr sz="236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063" y="15126668"/>
            <a:ext cx="27000373" cy="6953332"/>
          </a:xfrm>
        </p:spPr>
        <p:txBody>
          <a:bodyPr/>
          <a:lstStyle>
            <a:lvl1pPr marL="0" indent="0" algn="ctr">
              <a:buNone/>
              <a:defRPr sz="9455"/>
            </a:lvl1pPr>
            <a:lvl2pPr marL="1799590" indent="0" algn="ctr">
              <a:buNone/>
              <a:defRPr sz="7875"/>
            </a:lvl2pPr>
            <a:lvl3pPr marL="3600450" indent="0" algn="ctr">
              <a:buNone/>
              <a:defRPr sz="7085"/>
            </a:lvl3pPr>
            <a:lvl4pPr marL="5400040" indent="0" algn="ctr">
              <a:buNone/>
              <a:defRPr sz="6295"/>
            </a:lvl4pPr>
            <a:lvl5pPr marL="7199630" indent="0" algn="ctr">
              <a:buNone/>
              <a:defRPr sz="6295"/>
            </a:lvl5pPr>
            <a:lvl6pPr marL="9000490" indent="0" algn="ctr">
              <a:buNone/>
              <a:defRPr sz="6295"/>
            </a:lvl6pPr>
            <a:lvl7pPr marL="10800080" indent="0" algn="ctr">
              <a:buNone/>
              <a:defRPr sz="6295"/>
            </a:lvl7pPr>
            <a:lvl8pPr marL="12599670" indent="0" algn="ctr">
              <a:buNone/>
              <a:defRPr sz="6295"/>
            </a:lvl8pPr>
            <a:lvl9pPr marL="14400530" indent="0" algn="ctr">
              <a:buNone/>
              <a:defRPr sz="6295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595C7-098D-4BDA-9411-B72F35D55A79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474FA-3F77-445C-A803-8F1ADCB000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595C7-098D-4BDA-9411-B72F35D55A79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474FA-3F77-445C-A803-8F1ADCB000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84" y="7180004"/>
            <a:ext cx="31050429" cy="11979998"/>
          </a:xfrm>
        </p:spPr>
        <p:txBody>
          <a:bodyPr anchor="b"/>
          <a:lstStyle>
            <a:lvl1pPr>
              <a:defRPr sz="236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84" y="19273337"/>
            <a:ext cx="31050429" cy="6299998"/>
          </a:xfrm>
        </p:spPr>
        <p:txBody>
          <a:bodyPr/>
          <a:lstStyle>
            <a:lvl1pPr marL="0" indent="0">
              <a:buNone/>
              <a:defRPr sz="9455">
                <a:solidFill>
                  <a:schemeClr val="tx1">
                    <a:tint val="75000"/>
                  </a:schemeClr>
                </a:solidFill>
              </a:defRPr>
            </a:lvl1pPr>
            <a:lvl2pPr marL="1799590" indent="0">
              <a:buNone/>
              <a:defRPr sz="7875">
                <a:solidFill>
                  <a:schemeClr val="tx1">
                    <a:tint val="75000"/>
                  </a:schemeClr>
                </a:solidFill>
              </a:defRPr>
            </a:lvl2pPr>
            <a:lvl3pPr marL="3600450" indent="0">
              <a:buNone/>
              <a:defRPr sz="7085">
                <a:solidFill>
                  <a:schemeClr val="tx1">
                    <a:tint val="75000"/>
                  </a:schemeClr>
                </a:solidFill>
              </a:defRPr>
            </a:lvl3pPr>
            <a:lvl4pPr marL="5400040" indent="0">
              <a:buNone/>
              <a:defRPr sz="6295">
                <a:solidFill>
                  <a:schemeClr val="tx1">
                    <a:tint val="75000"/>
                  </a:schemeClr>
                </a:solidFill>
              </a:defRPr>
            </a:lvl4pPr>
            <a:lvl5pPr marL="7199630" indent="0">
              <a:buNone/>
              <a:defRPr sz="6295">
                <a:solidFill>
                  <a:schemeClr val="tx1">
                    <a:tint val="75000"/>
                  </a:schemeClr>
                </a:solidFill>
              </a:defRPr>
            </a:lvl5pPr>
            <a:lvl6pPr marL="9000490" indent="0">
              <a:buNone/>
              <a:defRPr sz="6295">
                <a:solidFill>
                  <a:schemeClr val="tx1">
                    <a:tint val="75000"/>
                  </a:schemeClr>
                </a:solidFill>
              </a:defRPr>
            </a:lvl6pPr>
            <a:lvl7pPr marL="10800080" indent="0">
              <a:buNone/>
              <a:defRPr sz="6295">
                <a:solidFill>
                  <a:schemeClr val="tx1">
                    <a:tint val="75000"/>
                  </a:schemeClr>
                </a:solidFill>
              </a:defRPr>
            </a:lvl7pPr>
            <a:lvl8pPr marL="12599670" indent="0">
              <a:buNone/>
              <a:defRPr sz="6295">
                <a:solidFill>
                  <a:schemeClr val="tx1">
                    <a:tint val="75000"/>
                  </a:schemeClr>
                </a:solidFill>
              </a:defRPr>
            </a:lvl8pPr>
            <a:lvl9pPr marL="14400530" indent="0">
              <a:buNone/>
              <a:defRPr sz="62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595C7-098D-4BDA-9411-B72F35D55A79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474FA-3F77-445C-A803-8F1ADCB000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034" y="7666668"/>
            <a:ext cx="15300212" cy="1827333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5251" y="7666668"/>
            <a:ext cx="15300212" cy="1827333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595C7-098D-4BDA-9411-B72F35D55A79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474FA-3F77-445C-A803-8F1ADCB000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724" y="1533336"/>
            <a:ext cx="31050429" cy="556666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725" y="7060002"/>
            <a:ext cx="15229896" cy="3459997"/>
          </a:xfrm>
        </p:spPr>
        <p:txBody>
          <a:bodyPr anchor="b"/>
          <a:lstStyle>
            <a:lvl1pPr marL="0" indent="0">
              <a:buNone/>
              <a:defRPr sz="9455" b="1"/>
            </a:lvl1pPr>
            <a:lvl2pPr marL="1799590" indent="0">
              <a:buNone/>
              <a:defRPr sz="7875" b="1"/>
            </a:lvl2pPr>
            <a:lvl3pPr marL="3600450" indent="0">
              <a:buNone/>
              <a:defRPr sz="7085" b="1"/>
            </a:lvl3pPr>
            <a:lvl4pPr marL="5400040" indent="0">
              <a:buNone/>
              <a:defRPr sz="6295" b="1"/>
            </a:lvl4pPr>
            <a:lvl5pPr marL="7199630" indent="0">
              <a:buNone/>
              <a:defRPr sz="6295" b="1"/>
            </a:lvl5pPr>
            <a:lvl6pPr marL="9000490" indent="0">
              <a:buNone/>
              <a:defRPr sz="6295" b="1"/>
            </a:lvl6pPr>
            <a:lvl7pPr marL="10800080" indent="0">
              <a:buNone/>
              <a:defRPr sz="6295" b="1"/>
            </a:lvl7pPr>
            <a:lvl8pPr marL="12599670" indent="0">
              <a:buNone/>
              <a:defRPr sz="6295" b="1"/>
            </a:lvl8pPr>
            <a:lvl9pPr marL="14400530" indent="0">
              <a:buNone/>
              <a:defRPr sz="62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725" y="10519999"/>
            <a:ext cx="15229896" cy="1547333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5251" y="7060002"/>
            <a:ext cx="15304901" cy="3459997"/>
          </a:xfrm>
        </p:spPr>
        <p:txBody>
          <a:bodyPr anchor="b"/>
          <a:lstStyle>
            <a:lvl1pPr marL="0" indent="0">
              <a:buNone/>
              <a:defRPr sz="9455" b="1"/>
            </a:lvl1pPr>
            <a:lvl2pPr marL="1799590" indent="0">
              <a:buNone/>
              <a:defRPr sz="7875" b="1"/>
            </a:lvl2pPr>
            <a:lvl3pPr marL="3600450" indent="0">
              <a:buNone/>
              <a:defRPr sz="7085" b="1"/>
            </a:lvl3pPr>
            <a:lvl4pPr marL="5400040" indent="0">
              <a:buNone/>
              <a:defRPr sz="6295" b="1"/>
            </a:lvl4pPr>
            <a:lvl5pPr marL="7199630" indent="0">
              <a:buNone/>
              <a:defRPr sz="6295" b="1"/>
            </a:lvl5pPr>
            <a:lvl6pPr marL="9000490" indent="0">
              <a:buNone/>
              <a:defRPr sz="6295" b="1"/>
            </a:lvl6pPr>
            <a:lvl7pPr marL="10800080" indent="0">
              <a:buNone/>
              <a:defRPr sz="6295" b="1"/>
            </a:lvl7pPr>
            <a:lvl8pPr marL="12599670" indent="0">
              <a:buNone/>
              <a:defRPr sz="6295" b="1"/>
            </a:lvl8pPr>
            <a:lvl9pPr marL="14400530" indent="0">
              <a:buNone/>
              <a:defRPr sz="62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5251" y="10519999"/>
            <a:ext cx="15304901" cy="1547333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595C7-098D-4BDA-9411-B72F35D55A79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474FA-3F77-445C-A803-8F1ADCB000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595C7-098D-4BDA-9411-B72F35D55A79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474FA-3F77-445C-A803-8F1ADCB000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595C7-098D-4BDA-9411-B72F35D55A79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474FA-3F77-445C-A803-8F1ADCB000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725" y="1920001"/>
            <a:ext cx="11611097" cy="6720001"/>
          </a:xfrm>
        </p:spPr>
        <p:txBody>
          <a:bodyPr anchor="b"/>
          <a:lstStyle>
            <a:lvl1pPr>
              <a:defRPr sz="12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901" y="4146669"/>
            <a:ext cx="18225251" cy="20466666"/>
          </a:xfrm>
        </p:spPr>
        <p:txBody>
          <a:bodyPr/>
          <a:lstStyle>
            <a:lvl1pPr>
              <a:defRPr sz="12600"/>
            </a:lvl1pPr>
            <a:lvl2pPr>
              <a:defRPr sz="11020"/>
            </a:lvl2pPr>
            <a:lvl3pPr>
              <a:defRPr sz="9455"/>
            </a:lvl3pPr>
            <a:lvl4pPr>
              <a:defRPr sz="7875"/>
            </a:lvl4pPr>
            <a:lvl5pPr>
              <a:defRPr sz="7875"/>
            </a:lvl5pPr>
            <a:lvl6pPr>
              <a:defRPr sz="7875"/>
            </a:lvl6pPr>
            <a:lvl7pPr>
              <a:defRPr sz="7875"/>
            </a:lvl7pPr>
            <a:lvl8pPr>
              <a:defRPr sz="7875"/>
            </a:lvl8pPr>
            <a:lvl9pPr>
              <a:defRPr sz="78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725" y="8640002"/>
            <a:ext cx="11611097" cy="16006668"/>
          </a:xfrm>
        </p:spPr>
        <p:txBody>
          <a:bodyPr/>
          <a:lstStyle>
            <a:lvl1pPr marL="0" indent="0">
              <a:buNone/>
              <a:defRPr sz="6295"/>
            </a:lvl1pPr>
            <a:lvl2pPr marL="1799590" indent="0">
              <a:buNone/>
              <a:defRPr sz="5520"/>
            </a:lvl2pPr>
            <a:lvl3pPr marL="3600450" indent="0">
              <a:buNone/>
              <a:defRPr sz="4725"/>
            </a:lvl3pPr>
            <a:lvl4pPr marL="5400040" indent="0">
              <a:buNone/>
              <a:defRPr sz="3935"/>
            </a:lvl4pPr>
            <a:lvl5pPr marL="7199630" indent="0">
              <a:buNone/>
              <a:defRPr sz="3935"/>
            </a:lvl5pPr>
            <a:lvl6pPr marL="9000490" indent="0">
              <a:buNone/>
              <a:defRPr sz="3935"/>
            </a:lvl6pPr>
            <a:lvl7pPr marL="10800080" indent="0">
              <a:buNone/>
              <a:defRPr sz="3935"/>
            </a:lvl7pPr>
            <a:lvl8pPr marL="12599670" indent="0">
              <a:buNone/>
              <a:defRPr sz="3935"/>
            </a:lvl8pPr>
            <a:lvl9pPr marL="14400530" indent="0">
              <a:buNone/>
              <a:defRPr sz="393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595C7-098D-4BDA-9411-B72F35D55A79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474FA-3F77-445C-A803-8F1ADCB000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725" y="1920001"/>
            <a:ext cx="11611097" cy="6720001"/>
          </a:xfrm>
        </p:spPr>
        <p:txBody>
          <a:bodyPr anchor="b"/>
          <a:lstStyle>
            <a:lvl1pPr>
              <a:defRPr sz="12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901" y="4146669"/>
            <a:ext cx="18225251" cy="20466666"/>
          </a:xfrm>
        </p:spPr>
        <p:txBody>
          <a:bodyPr anchor="t"/>
          <a:lstStyle>
            <a:lvl1pPr marL="0" indent="0">
              <a:buNone/>
              <a:defRPr sz="12600"/>
            </a:lvl1pPr>
            <a:lvl2pPr marL="1799590" indent="0">
              <a:buNone/>
              <a:defRPr sz="11020"/>
            </a:lvl2pPr>
            <a:lvl3pPr marL="3600450" indent="0">
              <a:buNone/>
              <a:defRPr sz="9455"/>
            </a:lvl3pPr>
            <a:lvl4pPr marL="5400040" indent="0">
              <a:buNone/>
              <a:defRPr sz="7875"/>
            </a:lvl4pPr>
            <a:lvl5pPr marL="7199630" indent="0">
              <a:buNone/>
              <a:defRPr sz="7875"/>
            </a:lvl5pPr>
            <a:lvl6pPr marL="9000490" indent="0">
              <a:buNone/>
              <a:defRPr sz="7875"/>
            </a:lvl6pPr>
            <a:lvl7pPr marL="10800080" indent="0">
              <a:buNone/>
              <a:defRPr sz="7875"/>
            </a:lvl7pPr>
            <a:lvl8pPr marL="12599670" indent="0">
              <a:buNone/>
              <a:defRPr sz="7875"/>
            </a:lvl8pPr>
            <a:lvl9pPr marL="14400530" indent="0">
              <a:buNone/>
              <a:defRPr sz="787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725" y="8640002"/>
            <a:ext cx="11611097" cy="16006668"/>
          </a:xfrm>
        </p:spPr>
        <p:txBody>
          <a:bodyPr/>
          <a:lstStyle>
            <a:lvl1pPr marL="0" indent="0">
              <a:buNone/>
              <a:defRPr sz="6295"/>
            </a:lvl1pPr>
            <a:lvl2pPr marL="1799590" indent="0">
              <a:buNone/>
              <a:defRPr sz="5520"/>
            </a:lvl2pPr>
            <a:lvl3pPr marL="3600450" indent="0">
              <a:buNone/>
              <a:defRPr sz="4725"/>
            </a:lvl3pPr>
            <a:lvl4pPr marL="5400040" indent="0">
              <a:buNone/>
              <a:defRPr sz="3935"/>
            </a:lvl4pPr>
            <a:lvl5pPr marL="7199630" indent="0">
              <a:buNone/>
              <a:defRPr sz="3935"/>
            </a:lvl5pPr>
            <a:lvl6pPr marL="9000490" indent="0">
              <a:buNone/>
              <a:defRPr sz="3935"/>
            </a:lvl6pPr>
            <a:lvl7pPr marL="10800080" indent="0">
              <a:buNone/>
              <a:defRPr sz="3935"/>
            </a:lvl7pPr>
            <a:lvl8pPr marL="12599670" indent="0">
              <a:buNone/>
              <a:defRPr sz="3935"/>
            </a:lvl8pPr>
            <a:lvl9pPr marL="14400530" indent="0">
              <a:buNone/>
              <a:defRPr sz="393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595C7-098D-4BDA-9411-B72F35D55A79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474FA-3F77-445C-A803-8F1ADCB000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595C7-098D-4BDA-9411-B72F35D55A79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474FA-3F77-445C-A803-8F1ADCB000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856" y="1533334"/>
            <a:ext cx="7762607" cy="2440667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034" y="1533334"/>
            <a:ext cx="22837816" cy="2440667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595C7-098D-4BDA-9411-B72F35D55A79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474FA-3F77-445C-A803-8F1ADCB000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034" y="1533336"/>
            <a:ext cx="31050429" cy="5566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034" y="7666668"/>
            <a:ext cx="31050429" cy="182733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034" y="26693337"/>
            <a:ext cx="8100111" cy="15333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3595C7-098D-4BDA-9411-B72F35D55A79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5166" y="26693337"/>
            <a:ext cx="12150167" cy="15333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5352" y="26693337"/>
            <a:ext cx="8100111" cy="15333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474FA-3F77-445C-A803-8F1ADCB000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600450" rtl="0" eaLnBrk="1" latinLnBrk="0" hangingPunct="1">
        <a:lnSpc>
          <a:spcPct val="90000"/>
        </a:lnSpc>
        <a:spcBef>
          <a:spcPct val="0"/>
        </a:spcBef>
        <a:buNone/>
        <a:defRPr sz="173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99795" indent="-899795" algn="l" defTabSz="3600450" rtl="0" eaLnBrk="1" latinLnBrk="0" hangingPunct="1">
        <a:lnSpc>
          <a:spcPct val="90000"/>
        </a:lnSpc>
        <a:spcBef>
          <a:spcPts val="3940"/>
        </a:spcBef>
        <a:buFont typeface="Arial" panose="020B0604020202020204" pitchFamily="34" charset="0"/>
        <a:buChar char="•"/>
        <a:defRPr sz="11020" kern="1200">
          <a:solidFill>
            <a:schemeClr val="tx1"/>
          </a:solidFill>
          <a:latin typeface="+mn-lt"/>
          <a:ea typeface="+mn-ea"/>
          <a:cs typeface="+mn-cs"/>
        </a:defRPr>
      </a:lvl1pPr>
      <a:lvl2pPr marL="2699385" indent="-899795" algn="l" defTabSz="3600450" rtl="0" eaLnBrk="1" latinLnBrk="0" hangingPunct="1">
        <a:lnSpc>
          <a:spcPct val="90000"/>
        </a:lnSpc>
        <a:spcBef>
          <a:spcPct val="395000"/>
        </a:spcBef>
        <a:buFont typeface="Arial" panose="020B0604020202020204" pitchFamily="34" charset="0"/>
        <a:buChar char="•"/>
        <a:defRPr sz="9455" kern="1200">
          <a:solidFill>
            <a:schemeClr val="tx1"/>
          </a:solidFill>
          <a:latin typeface="+mn-lt"/>
          <a:ea typeface="+mn-ea"/>
          <a:cs typeface="+mn-cs"/>
        </a:defRPr>
      </a:lvl2pPr>
      <a:lvl3pPr marL="4500245" indent="-899795" algn="l" defTabSz="3600450" rtl="0" eaLnBrk="1" latinLnBrk="0" hangingPunct="1">
        <a:lnSpc>
          <a:spcPct val="90000"/>
        </a:lnSpc>
        <a:spcBef>
          <a:spcPct val="395000"/>
        </a:spcBef>
        <a:buFont typeface="Arial" panose="020B0604020202020204" pitchFamily="34" charset="0"/>
        <a:buChar char="•"/>
        <a:defRPr sz="7875" kern="1200">
          <a:solidFill>
            <a:schemeClr val="tx1"/>
          </a:solidFill>
          <a:latin typeface="+mn-lt"/>
          <a:ea typeface="+mn-ea"/>
          <a:cs typeface="+mn-cs"/>
        </a:defRPr>
      </a:lvl3pPr>
      <a:lvl4pPr marL="6299835" indent="-899795" algn="l" defTabSz="3600450" rtl="0" eaLnBrk="1" latinLnBrk="0" hangingPunct="1">
        <a:lnSpc>
          <a:spcPct val="90000"/>
        </a:lnSpc>
        <a:spcBef>
          <a:spcPct val="395000"/>
        </a:spcBef>
        <a:buFont typeface="Arial" panose="020B0604020202020204" pitchFamily="34" charset="0"/>
        <a:buChar char="•"/>
        <a:defRPr sz="7085" kern="1200">
          <a:solidFill>
            <a:schemeClr val="tx1"/>
          </a:solidFill>
          <a:latin typeface="+mn-lt"/>
          <a:ea typeface="+mn-ea"/>
          <a:cs typeface="+mn-cs"/>
        </a:defRPr>
      </a:lvl4pPr>
      <a:lvl5pPr marL="8099425" indent="-899795" algn="l" defTabSz="3600450" rtl="0" eaLnBrk="1" latinLnBrk="0" hangingPunct="1">
        <a:lnSpc>
          <a:spcPct val="90000"/>
        </a:lnSpc>
        <a:spcBef>
          <a:spcPct val="395000"/>
        </a:spcBef>
        <a:buFont typeface="Arial" panose="020B0604020202020204" pitchFamily="34" charset="0"/>
        <a:buChar char="•"/>
        <a:defRPr sz="7085" kern="1200">
          <a:solidFill>
            <a:schemeClr val="tx1"/>
          </a:solidFill>
          <a:latin typeface="+mn-lt"/>
          <a:ea typeface="+mn-ea"/>
          <a:cs typeface="+mn-cs"/>
        </a:defRPr>
      </a:lvl5pPr>
      <a:lvl6pPr marL="9900285" indent="-899795" algn="l" defTabSz="3600450" rtl="0" eaLnBrk="1" latinLnBrk="0" hangingPunct="1">
        <a:lnSpc>
          <a:spcPct val="90000"/>
        </a:lnSpc>
        <a:spcBef>
          <a:spcPct val="395000"/>
        </a:spcBef>
        <a:buFont typeface="Arial" panose="020B0604020202020204" pitchFamily="34" charset="0"/>
        <a:buChar char="•"/>
        <a:defRPr sz="7085" kern="1200">
          <a:solidFill>
            <a:schemeClr val="tx1"/>
          </a:solidFill>
          <a:latin typeface="+mn-lt"/>
          <a:ea typeface="+mn-ea"/>
          <a:cs typeface="+mn-cs"/>
        </a:defRPr>
      </a:lvl6pPr>
      <a:lvl7pPr marL="11699875" indent="-899795" algn="l" defTabSz="3600450" rtl="0" eaLnBrk="1" latinLnBrk="0" hangingPunct="1">
        <a:lnSpc>
          <a:spcPct val="90000"/>
        </a:lnSpc>
        <a:spcBef>
          <a:spcPct val="395000"/>
        </a:spcBef>
        <a:buFont typeface="Arial" panose="020B0604020202020204" pitchFamily="34" charset="0"/>
        <a:buChar char="•"/>
        <a:defRPr sz="7085" kern="1200">
          <a:solidFill>
            <a:schemeClr val="tx1"/>
          </a:solidFill>
          <a:latin typeface="+mn-lt"/>
          <a:ea typeface="+mn-ea"/>
          <a:cs typeface="+mn-cs"/>
        </a:defRPr>
      </a:lvl7pPr>
      <a:lvl8pPr marL="13499465" indent="-899795" algn="l" defTabSz="3600450" rtl="0" eaLnBrk="1" latinLnBrk="0" hangingPunct="1">
        <a:lnSpc>
          <a:spcPct val="90000"/>
        </a:lnSpc>
        <a:spcBef>
          <a:spcPct val="395000"/>
        </a:spcBef>
        <a:buFont typeface="Arial" panose="020B0604020202020204" pitchFamily="34" charset="0"/>
        <a:buChar char="•"/>
        <a:defRPr sz="7085" kern="1200">
          <a:solidFill>
            <a:schemeClr val="tx1"/>
          </a:solidFill>
          <a:latin typeface="+mn-lt"/>
          <a:ea typeface="+mn-ea"/>
          <a:cs typeface="+mn-cs"/>
        </a:defRPr>
      </a:lvl8pPr>
      <a:lvl9pPr marL="15300325" indent="-899795" algn="l" defTabSz="3600450" rtl="0" eaLnBrk="1" latinLnBrk="0" hangingPunct="1">
        <a:lnSpc>
          <a:spcPct val="90000"/>
        </a:lnSpc>
        <a:spcBef>
          <a:spcPct val="395000"/>
        </a:spcBef>
        <a:buFont typeface="Arial" panose="020B0604020202020204" pitchFamily="34" charset="0"/>
        <a:buChar char="•"/>
        <a:defRPr sz="70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0450" rtl="0" eaLnBrk="1" latinLnBrk="0" hangingPunct="1">
        <a:defRPr sz="7085" kern="1200">
          <a:solidFill>
            <a:schemeClr val="tx1"/>
          </a:solidFill>
          <a:latin typeface="+mn-lt"/>
          <a:ea typeface="+mn-ea"/>
          <a:cs typeface="+mn-cs"/>
        </a:defRPr>
      </a:lvl1pPr>
      <a:lvl2pPr marL="1799590" algn="l" defTabSz="3600450" rtl="0" eaLnBrk="1" latinLnBrk="0" hangingPunct="1">
        <a:defRPr sz="7085" kern="1200">
          <a:solidFill>
            <a:schemeClr val="tx1"/>
          </a:solidFill>
          <a:latin typeface="+mn-lt"/>
          <a:ea typeface="+mn-ea"/>
          <a:cs typeface="+mn-cs"/>
        </a:defRPr>
      </a:lvl2pPr>
      <a:lvl3pPr marL="3600450" algn="l" defTabSz="3600450" rtl="0" eaLnBrk="1" latinLnBrk="0" hangingPunct="1">
        <a:defRPr sz="7085" kern="1200">
          <a:solidFill>
            <a:schemeClr val="tx1"/>
          </a:solidFill>
          <a:latin typeface="+mn-lt"/>
          <a:ea typeface="+mn-ea"/>
          <a:cs typeface="+mn-cs"/>
        </a:defRPr>
      </a:lvl3pPr>
      <a:lvl4pPr marL="5400040" algn="l" defTabSz="3600450" rtl="0" eaLnBrk="1" latinLnBrk="0" hangingPunct="1">
        <a:defRPr sz="7085" kern="1200">
          <a:solidFill>
            <a:schemeClr val="tx1"/>
          </a:solidFill>
          <a:latin typeface="+mn-lt"/>
          <a:ea typeface="+mn-ea"/>
          <a:cs typeface="+mn-cs"/>
        </a:defRPr>
      </a:lvl4pPr>
      <a:lvl5pPr marL="7199630" algn="l" defTabSz="3600450" rtl="0" eaLnBrk="1" latinLnBrk="0" hangingPunct="1">
        <a:defRPr sz="7085" kern="1200">
          <a:solidFill>
            <a:schemeClr val="tx1"/>
          </a:solidFill>
          <a:latin typeface="+mn-lt"/>
          <a:ea typeface="+mn-ea"/>
          <a:cs typeface="+mn-cs"/>
        </a:defRPr>
      </a:lvl5pPr>
      <a:lvl6pPr marL="9000490" algn="l" defTabSz="3600450" rtl="0" eaLnBrk="1" latinLnBrk="0" hangingPunct="1">
        <a:defRPr sz="7085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80" algn="l" defTabSz="3600450" rtl="0" eaLnBrk="1" latinLnBrk="0" hangingPunct="1">
        <a:defRPr sz="7085" kern="1200">
          <a:solidFill>
            <a:schemeClr val="tx1"/>
          </a:solidFill>
          <a:latin typeface="+mn-lt"/>
          <a:ea typeface="+mn-ea"/>
          <a:cs typeface="+mn-cs"/>
        </a:defRPr>
      </a:lvl7pPr>
      <a:lvl8pPr marL="12599670" algn="l" defTabSz="3600450" rtl="0" eaLnBrk="1" latinLnBrk="0" hangingPunct="1">
        <a:defRPr sz="7085" kern="1200">
          <a:solidFill>
            <a:schemeClr val="tx1"/>
          </a:solidFill>
          <a:latin typeface="+mn-lt"/>
          <a:ea typeface="+mn-ea"/>
          <a:cs typeface="+mn-cs"/>
        </a:defRPr>
      </a:lvl8pPr>
      <a:lvl9pPr marL="14400530" algn="l" defTabSz="3600450" rtl="0" eaLnBrk="1" latinLnBrk="0" hangingPunct="1">
        <a:defRPr sz="70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: 圆角 40">
            <a:extLst>
              <a:ext uri="{FF2B5EF4-FFF2-40B4-BE49-F238E27FC236}">
                <a16:creationId xmlns:a16="http://schemas.microsoft.com/office/drawing/2014/main" id="{8FB72474-AD7B-CA8A-F239-22D426875896}"/>
              </a:ext>
            </a:extLst>
          </p:cNvPr>
          <p:cNvSpPr/>
          <p:nvPr/>
        </p:nvSpPr>
        <p:spPr>
          <a:xfrm>
            <a:off x="10372070" y="11787155"/>
            <a:ext cx="3870697" cy="1107997"/>
          </a:xfrm>
          <a:prstGeom prst="roundRect">
            <a:avLst>
              <a:gd name="adj" fmla="val 6347"/>
            </a:avLst>
          </a:prstGeom>
          <a:solidFill>
            <a:schemeClr val="accent1">
              <a:alpha val="0"/>
            </a:schemeClr>
          </a:solidFill>
          <a:ln w="63500" cmpd="sng">
            <a:solidFill>
              <a:srgbClr val="EC002C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zh-CN" altLang="en-US" sz="1400" baseline="-25000" dirty="0">
              <a:solidFill>
                <a:schemeClr val="tx1"/>
              </a:solidFill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8A50333E-EC36-4AEC-E8E6-6DEAEF09D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271727" y="20450182"/>
            <a:ext cx="596900" cy="571500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C74096E0-E427-D73C-D117-251FCF585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565892" y="20450182"/>
            <a:ext cx="596900" cy="571500"/>
          </a:xfrm>
          <a:prstGeom prst="rect">
            <a:avLst/>
          </a:prstGeom>
        </p:spPr>
      </p:pic>
      <p:pic>
        <p:nvPicPr>
          <p:cNvPr id="168" name="图片 167">
            <a:extLst>
              <a:ext uri="{FF2B5EF4-FFF2-40B4-BE49-F238E27FC236}">
                <a16:creationId xmlns:a16="http://schemas.microsoft.com/office/drawing/2014/main" id="{4B51AB5C-C943-72D1-8AC2-D3D3448F6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9534468" y="14835624"/>
            <a:ext cx="596900" cy="571500"/>
          </a:xfrm>
          <a:prstGeom prst="rect">
            <a:avLst/>
          </a:prstGeom>
        </p:spPr>
      </p:pic>
      <p:sp>
        <p:nvSpPr>
          <p:cNvPr id="111" name="圆角矩形 10">
            <a:extLst>
              <a:ext uri="{FF2B5EF4-FFF2-40B4-BE49-F238E27FC236}">
                <a16:creationId xmlns:a16="http://schemas.microsoft.com/office/drawing/2014/main" id="{ABA68AD8-BC7A-7A1E-158E-1CF28E382C21}"/>
              </a:ext>
            </a:extLst>
          </p:cNvPr>
          <p:cNvSpPr/>
          <p:nvPr/>
        </p:nvSpPr>
        <p:spPr>
          <a:xfrm>
            <a:off x="10317491" y="13550861"/>
            <a:ext cx="3980427" cy="3107174"/>
          </a:xfrm>
          <a:custGeom>
            <a:avLst/>
            <a:gdLst>
              <a:gd name="connsiteX0" fmla="*/ 0 w 9135063"/>
              <a:gd name="connsiteY0" fmla="*/ 816116 h 4896600"/>
              <a:gd name="connsiteX1" fmla="*/ 816116 w 9135063"/>
              <a:gd name="connsiteY1" fmla="*/ 0 h 4896600"/>
              <a:gd name="connsiteX2" fmla="*/ 8318947 w 9135063"/>
              <a:gd name="connsiteY2" fmla="*/ 0 h 4896600"/>
              <a:gd name="connsiteX3" fmla="*/ 9135063 w 9135063"/>
              <a:gd name="connsiteY3" fmla="*/ 816116 h 4896600"/>
              <a:gd name="connsiteX4" fmla="*/ 9135063 w 9135063"/>
              <a:gd name="connsiteY4" fmla="*/ 4080484 h 4896600"/>
              <a:gd name="connsiteX5" fmla="*/ 8318947 w 9135063"/>
              <a:gd name="connsiteY5" fmla="*/ 4896600 h 4896600"/>
              <a:gd name="connsiteX6" fmla="*/ 816116 w 9135063"/>
              <a:gd name="connsiteY6" fmla="*/ 4896600 h 4896600"/>
              <a:gd name="connsiteX7" fmla="*/ 0 w 9135063"/>
              <a:gd name="connsiteY7" fmla="*/ 4080484 h 4896600"/>
              <a:gd name="connsiteX8" fmla="*/ 0 w 9135063"/>
              <a:gd name="connsiteY8" fmla="*/ 816116 h 4896600"/>
              <a:gd name="connsiteX0" fmla="*/ 0 w 9135063"/>
              <a:gd name="connsiteY0" fmla="*/ 816116 h 4901880"/>
              <a:gd name="connsiteX1" fmla="*/ 816116 w 9135063"/>
              <a:gd name="connsiteY1" fmla="*/ 0 h 4901880"/>
              <a:gd name="connsiteX2" fmla="*/ 8318947 w 9135063"/>
              <a:gd name="connsiteY2" fmla="*/ 0 h 4901880"/>
              <a:gd name="connsiteX3" fmla="*/ 9135063 w 9135063"/>
              <a:gd name="connsiteY3" fmla="*/ 816116 h 4901880"/>
              <a:gd name="connsiteX4" fmla="*/ 9135063 w 9135063"/>
              <a:gd name="connsiteY4" fmla="*/ 4524621 h 4901880"/>
              <a:gd name="connsiteX5" fmla="*/ 8318947 w 9135063"/>
              <a:gd name="connsiteY5" fmla="*/ 4896600 h 4901880"/>
              <a:gd name="connsiteX6" fmla="*/ 816116 w 9135063"/>
              <a:gd name="connsiteY6" fmla="*/ 4896600 h 4901880"/>
              <a:gd name="connsiteX7" fmla="*/ 0 w 9135063"/>
              <a:gd name="connsiteY7" fmla="*/ 4080484 h 4901880"/>
              <a:gd name="connsiteX8" fmla="*/ 0 w 9135063"/>
              <a:gd name="connsiteY8" fmla="*/ 816116 h 4901880"/>
              <a:gd name="connsiteX0" fmla="*/ 0 w 9135063"/>
              <a:gd name="connsiteY0" fmla="*/ 816116 h 4901880"/>
              <a:gd name="connsiteX1" fmla="*/ 816116 w 9135063"/>
              <a:gd name="connsiteY1" fmla="*/ 0 h 4901880"/>
              <a:gd name="connsiteX2" fmla="*/ 8318947 w 9135063"/>
              <a:gd name="connsiteY2" fmla="*/ 0 h 4901880"/>
              <a:gd name="connsiteX3" fmla="*/ 9135063 w 9135063"/>
              <a:gd name="connsiteY3" fmla="*/ 511316 h 4901880"/>
              <a:gd name="connsiteX4" fmla="*/ 9135063 w 9135063"/>
              <a:gd name="connsiteY4" fmla="*/ 4524621 h 4901880"/>
              <a:gd name="connsiteX5" fmla="*/ 8318947 w 9135063"/>
              <a:gd name="connsiteY5" fmla="*/ 4896600 h 4901880"/>
              <a:gd name="connsiteX6" fmla="*/ 816116 w 9135063"/>
              <a:gd name="connsiteY6" fmla="*/ 4896600 h 4901880"/>
              <a:gd name="connsiteX7" fmla="*/ 0 w 9135063"/>
              <a:gd name="connsiteY7" fmla="*/ 4080484 h 4901880"/>
              <a:gd name="connsiteX8" fmla="*/ 0 w 9135063"/>
              <a:gd name="connsiteY8" fmla="*/ 816116 h 4901880"/>
              <a:gd name="connsiteX0" fmla="*/ 0 w 9135063"/>
              <a:gd name="connsiteY0" fmla="*/ 817088 h 4902852"/>
              <a:gd name="connsiteX1" fmla="*/ 816116 w 9135063"/>
              <a:gd name="connsiteY1" fmla="*/ 972 h 4902852"/>
              <a:gd name="connsiteX2" fmla="*/ 8318947 w 9135063"/>
              <a:gd name="connsiteY2" fmla="*/ 972 h 4902852"/>
              <a:gd name="connsiteX3" fmla="*/ 9135063 w 9135063"/>
              <a:gd name="connsiteY3" fmla="*/ 410688 h 4902852"/>
              <a:gd name="connsiteX4" fmla="*/ 9135063 w 9135063"/>
              <a:gd name="connsiteY4" fmla="*/ 4525593 h 4902852"/>
              <a:gd name="connsiteX5" fmla="*/ 8318947 w 9135063"/>
              <a:gd name="connsiteY5" fmla="*/ 4897572 h 4902852"/>
              <a:gd name="connsiteX6" fmla="*/ 816116 w 9135063"/>
              <a:gd name="connsiteY6" fmla="*/ 4897572 h 4902852"/>
              <a:gd name="connsiteX7" fmla="*/ 0 w 9135063"/>
              <a:gd name="connsiteY7" fmla="*/ 4081456 h 4902852"/>
              <a:gd name="connsiteX8" fmla="*/ 0 w 9135063"/>
              <a:gd name="connsiteY8" fmla="*/ 817088 h 4902852"/>
              <a:gd name="connsiteX0" fmla="*/ 0 w 9135063"/>
              <a:gd name="connsiteY0" fmla="*/ 410688 h 4902852"/>
              <a:gd name="connsiteX1" fmla="*/ 816116 w 9135063"/>
              <a:gd name="connsiteY1" fmla="*/ 972 h 4902852"/>
              <a:gd name="connsiteX2" fmla="*/ 8318947 w 9135063"/>
              <a:gd name="connsiteY2" fmla="*/ 972 h 4902852"/>
              <a:gd name="connsiteX3" fmla="*/ 9135063 w 9135063"/>
              <a:gd name="connsiteY3" fmla="*/ 410688 h 4902852"/>
              <a:gd name="connsiteX4" fmla="*/ 9135063 w 9135063"/>
              <a:gd name="connsiteY4" fmla="*/ 4525593 h 4902852"/>
              <a:gd name="connsiteX5" fmla="*/ 8318947 w 9135063"/>
              <a:gd name="connsiteY5" fmla="*/ 4897572 h 4902852"/>
              <a:gd name="connsiteX6" fmla="*/ 816116 w 9135063"/>
              <a:gd name="connsiteY6" fmla="*/ 4897572 h 4902852"/>
              <a:gd name="connsiteX7" fmla="*/ 0 w 9135063"/>
              <a:gd name="connsiteY7" fmla="*/ 4081456 h 4902852"/>
              <a:gd name="connsiteX8" fmla="*/ 0 w 9135063"/>
              <a:gd name="connsiteY8" fmla="*/ 410688 h 4902852"/>
              <a:gd name="connsiteX0" fmla="*/ 0 w 9135063"/>
              <a:gd name="connsiteY0" fmla="*/ 410688 h 4902852"/>
              <a:gd name="connsiteX1" fmla="*/ 816116 w 9135063"/>
              <a:gd name="connsiteY1" fmla="*/ 972 h 4902852"/>
              <a:gd name="connsiteX2" fmla="*/ 8318947 w 9135063"/>
              <a:gd name="connsiteY2" fmla="*/ 972 h 4902852"/>
              <a:gd name="connsiteX3" fmla="*/ 9135063 w 9135063"/>
              <a:gd name="connsiteY3" fmla="*/ 410688 h 4902852"/>
              <a:gd name="connsiteX4" fmla="*/ 9135063 w 9135063"/>
              <a:gd name="connsiteY4" fmla="*/ 4525593 h 4902852"/>
              <a:gd name="connsiteX5" fmla="*/ 8318947 w 9135063"/>
              <a:gd name="connsiteY5" fmla="*/ 4897572 h 4902852"/>
              <a:gd name="connsiteX6" fmla="*/ 816116 w 9135063"/>
              <a:gd name="connsiteY6" fmla="*/ 4897572 h 4902852"/>
              <a:gd name="connsiteX7" fmla="*/ 0 w 9135063"/>
              <a:gd name="connsiteY7" fmla="*/ 4487856 h 4902852"/>
              <a:gd name="connsiteX8" fmla="*/ 0 w 9135063"/>
              <a:gd name="connsiteY8" fmla="*/ 410688 h 4902852"/>
              <a:gd name="connsiteX0" fmla="*/ 0 w 9135063"/>
              <a:gd name="connsiteY0" fmla="*/ 410688 h 4902852"/>
              <a:gd name="connsiteX1" fmla="*/ 816116 w 9135063"/>
              <a:gd name="connsiteY1" fmla="*/ 972 h 4902852"/>
              <a:gd name="connsiteX2" fmla="*/ 8318947 w 9135063"/>
              <a:gd name="connsiteY2" fmla="*/ 972 h 4902852"/>
              <a:gd name="connsiteX3" fmla="*/ 9135063 w 9135063"/>
              <a:gd name="connsiteY3" fmla="*/ 410688 h 4902852"/>
              <a:gd name="connsiteX4" fmla="*/ 9135063 w 9135063"/>
              <a:gd name="connsiteY4" fmla="*/ 4525593 h 4902852"/>
              <a:gd name="connsiteX5" fmla="*/ 8318947 w 9135063"/>
              <a:gd name="connsiteY5" fmla="*/ 4897572 h 4902852"/>
              <a:gd name="connsiteX6" fmla="*/ 816116 w 9135063"/>
              <a:gd name="connsiteY6" fmla="*/ 4897572 h 4902852"/>
              <a:gd name="connsiteX7" fmla="*/ 0 w 9135063"/>
              <a:gd name="connsiteY7" fmla="*/ 4410035 h 4902852"/>
              <a:gd name="connsiteX8" fmla="*/ 0 w 9135063"/>
              <a:gd name="connsiteY8" fmla="*/ 410688 h 4902852"/>
              <a:gd name="connsiteX0" fmla="*/ 0 w 9135063"/>
              <a:gd name="connsiteY0" fmla="*/ 410688 h 4902852"/>
              <a:gd name="connsiteX1" fmla="*/ 816116 w 9135063"/>
              <a:gd name="connsiteY1" fmla="*/ 972 h 4902852"/>
              <a:gd name="connsiteX2" fmla="*/ 8318947 w 9135063"/>
              <a:gd name="connsiteY2" fmla="*/ 972 h 4902852"/>
              <a:gd name="connsiteX3" fmla="*/ 9135063 w 9135063"/>
              <a:gd name="connsiteY3" fmla="*/ 410688 h 4902852"/>
              <a:gd name="connsiteX4" fmla="*/ 9135063 w 9135063"/>
              <a:gd name="connsiteY4" fmla="*/ 4525593 h 4902852"/>
              <a:gd name="connsiteX5" fmla="*/ 8318947 w 9135063"/>
              <a:gd name="connsiteY5" fmla="*/ 4897572 h 4902852"/>
              <a:gd name="connsiteX6" fmla="*/ 816116 w 9135063"/>
              <a:gd name="connsiteY6" fmla="*/ 4897572 h 4902852"/>
              <a:gd name="connsiteX7" fmla="*/ 0 w 9135063"/>
              <a:gd name="connsiteY7" fmla="*/ 4507311 h 4902852"/>
              <a:gd name="connsiteX8" fmla="*/ 0 w 9135063"/>
              <a:gd name="connsiteY8" fmla="*/ 410688 h 4902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35063" h="4902852">
                <a:moveTo>
                  <a:pt x="0" y="410688"/>
                </a:moveTo>
                <a:cubicBezTo>
                  <a:pt x="0" y="-40040"/>
                  <a:pt x="365388" y="972"/>
                  <a:pt x="816116" y="972"/>
                </a:cubicBezTo>
                <a:lnTo>
                  <a:pt x="8318947" y="972"/>
                </a:lnTo>
                <a:cubicBezTo>
                  <a:pt x="8769675" y="972"/>
                  <a:pt x="9135063" y="-40040"/>
                  <a:pt x="9135063" y="410688"/>
                </a:cubicBezTo>
                <a:lnTo>
                  <a:pt x="9135063" y="4525593"/>
                </a:lnTo>
                <a:cubicBezTo>
                  <a:pt x="9135063" y="4976321"/>
                  <a:pt x="8769675" y="4897572"/>
                  <a:pt x="8318947" y="4897572"/>
                </a:cubicBezTo>
                <a:lnTo>
                  <a:pt x="816116" y="4897572"/>
                </a:lnTo>
                <a:cubicBezTo>
                  <a:pt x="365388" y="4897572"/>
                  <a:pt x="0" y="4958039"/>
                  <a:pt x="0" y="4507311"/>
                </a:cubicBezTo>
                <a:lnTo>
                  <a:pt x="0" y="410688"/>
                </a:lnTo>
                <a:close/>
              </a:path>
            </a:pathLst>
          </a:custGeom>
          <a:solidFill>
            <a:srgbClr val="010409"/>
          </a:solidFill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38AA87B9-8E3C-822A-523B-583F525245ED}"/>
              </a:ext>
            </a:extLst>
          </p:cNvPr>
          <p:cNvSpPr/>
          <p:nvPr/>
        </p:nvSpPr>
        <p:spPr>
          <a:xfrm>
            <a:off x="914400" y="11774261"/>
            <a:ext cx="8682265" cy="4902852"/>
          </a:xfrm>
          <a:custGeom>
            <a:avLst/>
            <a:gdLst>
              <a:gd name="connsiteX0" fmla="*/ 0 w 9135063"/>
              <a:gd name="connsiteY0" fmla="*/ 816116 h 4896600"/>
              <a:gd name="connsiteX1" fmla="*/ 816116 w 9135063"/>
              <a:gd name="connsiteY1" fmla="*/ 0 h 4896600"/>
              <a:gd name="connsiteX2" fmla="*/ 8318947 w 9135063"/>
              <a:gd name="connsiteY2" fmla="*/ 0 h 4896600"/>
              <a:gd name="connsiteX3" fmla="*/ 9135063 w 9135063"/>
              <a:gd name="connsiteY3" fmla="*/ 816116 h 4896600"/>
              <a:gd name="connsiteX4" fmla="*/ 9135063 w 9135063"/>
              <a:gd name="connsiteY4" fmla="*/ 4080484 h 4896600"/>
              <a:gd name="connsiteX5" fmla="*/ 8318947 w 9135063"/>
              <a:gd name="connsiteY5" fmla="*/ 4896600 h 4896600"/>
              <a:gd name="connsiteX6" fmla="*/ 816116 w 9135063"/>
              <a:gd name="connsiteY6" fmla="*/ 4896600 h 4896600"/>
              <a:gd name="connsiteX7" fmla="*/ 0 w 9135063"/>
              <a:gd name="connsiteY7" fmla="*/ 4080484 h 4896600"/>
              <a:gd name="connsiteX8" fmla="*/ 0 w 9135063"/>
              <a:gd name="connsiteY8" fmla="*/ 816116 h 4896600"/>
              <a:gd name="connsiteX0" fmla="*/ 0 w 9135063"/>
              <a:gd name="connsiteY0" fmla="*/ 816116 h 4901880"/>
              <a:gd name="connsiteX1" fmla="*/ 816116 w 9135063"/>
              <a:gd name="connsiteY1" fmla="*/ 0 h 4901880"/>
              <a:gd name="connsiteX2" fmla="*/ 8318947 w 9135063"/>
              <a:gd name="connsiteY2" fmla="*/ 0 h 4901880"/>
              <a:gd name="connsiteX3" fmla="*/ 9135063 w 9135063"/>
              <a:gd name="connsiteY3" fmla="*/ 816116 h 4901880"/>
              <a:gd name="connsiteX4" fmla="*/ 9135063 w 9135063"/>
              <a:gd name="connsiteY4" fmla="*/ 4524621 h 4901880"/>
              <a:gd name="connsiteX5" fmla="*/ 8318947 w 9135063"/>
              <a:gd name="connsiteY5" fmla="*/ 4896600 h 4901880"/>
              <a:gd name="connsiteX6" fmla="*/ 816116 w 9135063"/>
              <a:gd name="connsiteY6" fmla="*/ 4896600 h 4901880"/>
              <a:gd name="connsiteX7" fmla="*/ 0 w 9135063"/>
              <a:gd name="connsiteY7" fmla="*/ 4080484 h 4901880"/>
              <a:gd name="connsiteX8" fmla="*/ 0 w 9135063"/>
              <a:gd name="connsiteY8" fmla="*/ 816116 h 4901880"/>
              <a:gd name="connsiteX0" fmla="*/ 0 w 9135063"/>
              <a:gd name="connsiteY0" fmla="*/ 816116 h 4901880"/>
              <a:gd name="connsiteX1" fmla="*/ 816116 w 9135063"/>
              <a:gd name="connsiteY1" fmla="*/ 0 h 4901880"/>
              <a:gd name="connsiteX2" fmla="*/ 8318947 w 9135063"/>
              <a:gd name="connsiteY2" fmla="*/ 0 h 4901880"/>
              <a:gd name="connsiteX3" fmla="*/ 9135063 w 9135063"/>
              <a:gd name="connsiteY3" fmla="*/ 511316 h 4901880"/>
              <a:gd name="connsiteX4" fmla="*/ 9135063 w 9135063"/>
              <a:gd name="connsiteY4" fmla="*/ 4524621 h 4901880"/>
              <a:gd name="connsiteX5" fmla="*/ 8318947 w 9135063"/>
              <a:gd name="connsiteY5" fmla="*/ 4896600 h 4901880"/>
              <a:gd name="connsiteX6" fmla="*/ 816116 w 9135063"/>
              <a:gd name="connsiteY6" fmla="*/ 4896600 h 4901880"/>
              <a:gd name="connsiteX7" fmla="*/ 0 w 9135063"/>
              <a:gd name="connsiteY7" fmla="*/ 4080484 h 4901880"/>
              <a:gd name="connsiteX8" fmla="*/ 0 w 9135063"/>
              <a:gd name="connsiteY8" fmla="*/ 816116 h 4901880"/>
              <a:gd name="connsiteX0" fmla="*/ 0 w 9135063"/>
              <a:gd name="connsiteY0" fmla="*/ 817088 h 4902852"/>
              <a:gd name="connsiteX1" fmla="*/ 816116 w 9135063"/>
              <a:gd name="connsiteY1" fmla="*/ 972 h 4902852"/>
              <a:gd name="connsiteX2" fmla="*/ 8318947 w 9135063"/>
              <a:gd name="connsiteY2" fmla="*/ 972 h 4902852"/>
              <a:gd name="connsiteX3" fmla="*/ 9135063 w 9135063"/>
              <a:gd name="connsiteY3" fmla="*/ 410688 h 4902852"/>
              <a:gd name="connsiteX4" fmla="*/ 9135063 w 9135063"/>
              <a:gd name="connsiteY4" fmla="*/ 4525593 h 4902852"/>
              <a:gd name="connsiteX5" fmla="*/ 8318947 w 9135063"/>
              <a:gd name="connsiteY5" fmla="*/ 4897572 h 4902852"/>
              <a:gd name="connsiteX6" fmla="*/ 816116 w 9135063"/>
              <a:gd name="connsiteY6" fmla="*/ 4897572 h 4902852"/>
              <a:gd name="connsiteX7" fmla="*/ 0 w 9135063"/>
              <a:gd name="connsiteY7" fmla="*/ 4081456 h 4902852"/>
              <a:gd name="connsiteX8" fmla="*/ 0 w 9135063"/>
              <a:gd name="connsiteY8" fmla="*/ 817088 h 4902852"/>
              <a:gd name="connsiteX0" fmla="*/ 0 w 9135063"/>
              <a:gd name="connsiteY0" fmla="*/ 410688 h 4902852"/>
              <a:gd name="connsiteX1" fmla="*/ 816116 w 9135063"/>
              <a:gd name="connsiteY1" fmla="*/ 972 h 4902852"/>
              <a:gd name="connsiteX2" fmla="*/ 8318947 w 9135063"/>
              <a:gd name="connsiteY2" fmla="*/ 972 h 4902852"/>
              <a:gd name="connsiteX3" fmla="*/ 9135063 w 9135063"/>
              <a:gd name="connsiteY3" fmla="*/ 410688 h 4902852"/>
              <a:gd name="connsiteX4" fmla="*/ 9135063 w 9135063"/>
              <a:gd name="connsiteY4" fmla="*/ 4525593 h 4902852"/>
              <a:gd name="connsiteX5" fmla="*/ 8318947 w 9135063"/>
              <a:gd name="connsiteY5" fmla="*/ 4897572 h 4902852"/>
              <a:gd name="connsiteX6" fmla="*/ 816116 w 9135063"/>
              <a:gd name="connsiteY6" fmla="*/ 4897572 h 4902852"/>
              <a:gd name="connsiteX7" fmla="*/ 0 w 9135063"/>
              <a:gd name="connsiteY7" fmla="*/ 4081456 h 4902852"/>
              <a:gd name="connsiteX8" fmla="*/ 0 w 9135063"/>
              <a:gd name="connsiteY8" fmla="*/ 410688 h 4902852"/>
              <a:gd name="connsiteX0" fmla="*/ 0 w 9135063"/>
              <a:gd name="connsiteY0" fmla="*/ 410688 h 4902852"/>
              <a:gd name="connsiteX1" fmla="*/ 816116 w 9135063"/>
              <a:gd name="connsiteY1" fmla="*/ 972 h 4902852"/>
              <a:gd name="connsiteX2" fmla="*/ 8318947 w 9135063"/>
              <a:gd name="connsiteY2" fmla="*/ 972 h 4902852"/>
              <a:gd name="connsiteX3" fmla="*/ 9135063 w 9135063"/>
              <a:gd name="connsiteY3" fmla="*/ 410688 h 4902852"/>
              <a:gd name="connsiteX4" fmla="*/ 9135063 w 9135063"/>
              <a:gd name="connsiteY4" fmla="*/ 4525593 h 4902852"/>
              <a:gd name="connsiteX5" fmla="*/ 8318947 w 9135063"/>
              <a:gd name="connsiteY5" fmla="*/ 4897572 h 4902852"/>
              <a:gd name="connsiteX6" fmla="*/ 816116 w 9135063"/>
              <a:gd name="connsiteY6" fmla="*/ 4897572 h 4902852"/>
              <a:gd name="connsiteX7" fmla="*/ 0 w 9135063"/>
              <a:gd name="connsiteY7" fmla="*/ 4487856 h 4902852"/>
              <a:gd name="connsiteX8" fmla="*/ 0 w 9135063"/>
              <a:gd name="connsiteY8" fmla="*/ 410688 h 4902852"/>
              <a:gd name="connsiteX0" fmla="*/ 0 w 9135063"/>
              <a:gd name="connsiteY0" fmla="*/ 410688 h 4902852"/>
              <a:gd name="connsiteX1" fmla="*/ 816116 w 9135063"/>
              <a:gd name="connsiteY1" fmla="*/ 972 h 4902852"/>
              <a:gd name="connsiteX2" fmla="*/ 8318947 w 9135063"/>
              <a:gd name="connsiteY2" fmla="*/ 972 h 4902852"/>
              <a:gd name="connsiteX3" fmla="*/ 9135063 w 9135063"/>
              <a:gd name="connsiteY3" fmla="*/ 410688 h 4902852"/>
              <a:gd name="connsiteX4" fmla="*/ 9135063 w 9135063"/>
              <a:gd name="connsiteY4" fmla="*/ 4525593 h 4902852"/>
              <a:gd name="connsiteX5" fmla="*/ 8318947 w 9135063"/>
              <a:gd name="connsiteY5" fmla="*/ 4897572 h 4902852"/>
              <a:gd name="connsiteX6" fmla="*/ 816116 w 9135063"/>
              <a:gd name="connsiteY6" fmla="*/ 4897572 h 4902852"/>
              <a:gd name="connsiteX7" fmla="*/ 0 w 9135063"/>
              <a:gd name="connsiteY7" fmla="*/ 4410035 h 4902852"/>
              <a:gd name="connsiteX8" fmla="*/ 0 w 9135063"/>
              <a:gd name="connsiteY8" fmla="*/ 410688 h 4902852"/>
              <a:gd name="connsiteX0" fmla="*/ 0 w 9135063"/>
              <a:gd name="connsiteY0" fmla="*/ 410688 h 4902852"/>
              <a:gd name="connsiteX1" fmla="*/ 816116 w 9135063"/>
              <a:gd name="connsiteY1" fmla="*/ 972 h 4902852"/>
              <a:gd name="connsiteX2" fmla="*/ 8318947 w 9135063"/>
              <a:gd name="connsiteY2" fmla="*/ 972 h 4902852"/>
              <a:gd name="connsiteX3" fmla="*/ 9135063 w 9135063"/>
              <a:gd name="connsiteY3" fmla="*/ 410688 h 4902852"/>
              <a:gd name="connsiteX4" fmla="*/ 9135063 w 9135063"/>
              <a:gd name="connsiteY4" fmla="*/ 4525593 h 4902852"/>
              <a:gd name="connsiteX5" fmla="*/ 8318947 w 9135063"/>
              <a:gd name="connsiteY5" fmla="*/ 4897572 h 4902852"/>
              <a:gd name="connsiteX6" fmla="*/ 816116 w 9135063"/>
              <a:gd name="connsiteY6" fmla="*/ 4897572 h 4902852"/>
              <a:gd name="connsiteX7" fmla="*/ 0 w 9135063"/>
              <a:gd name="connsiteY7" fmla="*/ 4507311 h 4902852"/>
              <a:gd name="connsiteX8" fmla="*/ 0 w 9135063"/>
              <a:gd name="connsiteY8" fmla="*/ 410688 h 4902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35063" h="4902852">
                <a:moveTo>
                  <a:pt x="0" y="410688"/>
                </a:moveTo>
                <a:cubicBezTo>
                  <a:pt x="0" y="-40040"/>
                  <a:pt x="365388" y="972"/>
                  <a:pt x="816116" y="972"/>
                </a:cubicBezTo>
                <a:lnTo>
                  <a:pt x="8318947" y="972"/>
                </a:lnTo>
                <a:cubicBezTo>
                  <a:pt x="8769675" y="972"/>
                  <a:pt x="9135063" y="-40040"/>
                  <a:pt x="9135063" y="410688"/>
                </a:cubicBezTo>
                <a:lnTo>
                  <a:pt x="9135063" y="4525593"/>
                </a:lnTo>
                <a:cubicBezTo>
                  <a:pt x="9135063" y="4976321"/>
                  <a:pt x="8769675" y="4897572"/>
                  <a:pt x="8318947" y="4897572"/>
                </a:cubicBezTo>
                <a:lnTo>
                  <a:pt x="816116" y="4897572"/>
                </a:lnTo>
                <a:cubicBezTo>
                  <a:pt x="365388" y="4897572"/>
                  <a:pt x="0" y="4958039"/>
                  <a:pt x="0" y="4507311"/>
                </a:cubicBezTo>
                <a:lnTo>
                  <a:pt x="0" y="410688"/>
                </a:lnTo>
                <a:close/>
              </a:path>
            </a:pathLst>
          </a:custGeom>
          <a:solidFill>
            <a:srgbClr val="010409"/>
          </a:solidFill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63CE8D0-DEF4-054C-B5C9-A36AA89A9F21}"/>
              </a:ext>
            </a:extLst>
          </p:cNvPr>
          <p:cNvSpPr txBox="1"/>
          <p:nvPr/>
        </p:nvSpPr>
        <p:spPr>
          <a:xfrm>
            <a:off x="13327053" y="8542407"/>
            <a:ext cx="23108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400" b="1" dirty="0"/>
              <a:t>Arena</a:t>
            </a:r>
            <a:endParaRPr lang="zh-CN" altLang="en-US" sz="5400" b="1" dirty="0"/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94DFEFF7-FFE7-806F-D4C6-D6AA0B7A5FDC}"/>
              </a:ext>
            </a:extLst>
          </p:cNvPr>
          <p:cNvGrpSpPr/>
          <p:nvPr/>
        </p:nvGrpSpPr>
        <p:grpSpPr>
          <a:xfrm>
            <a:off x="1168780" y="14525298"/>
            <a:ext cx="2214073" cy="523220"/>
            <a:chOff x="6207626" y="15141442"/>
            <a:chExt cx="2214073" cy="523220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5E193543-0774-951C-A46A-D5EBA9977F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07626" y="15181854"/>
              <a:ext cx="459817" cy="482808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954100A7-B5CB-F927-D72D-20A36002F775}"/>
                </a:ext>
              </a:extLst>
            </p:cNvPr>
            <p:cNvSpPr txBox="1"/>
            <p:nvPr/>
          </p:nvSpPr>
          <p:spPr>
            <a:xfrm>
              <a:off x="6667443" y="15141442"/>
              <a:ext cx="175425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800" b="1" dirty="0">
                  <a:solidFill>
                    <a:schemeClr val="bg1"/>
                  </a:solidFill>
                </a:rPr>
                <a:t>Issue</a:t>
              </a:r>
              <a:endParaRPr lang="zh-CN" altLang="en-US" sz="44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D37EA103-8C31-7CFE-D5F3-FA189757952E}"/>
              </a:ext>
            </a:extLst>
          </p:cNvPr>
          <p:cNvGrpSpPr/>
          <p:nvPr/>
        </p:nvGrpSpPr>
        <p:grpSpPr>
          <a:xfrm>
            <a:off x="1182967" y="12087368"/>
            <a:ext cx="2236856" cy="523220"/>
            <a:chOff x="6184843" y="14197544"/>
            <a:chExt cx="2236856" cy="523220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7E384FBA-BB8B-79AA-EF63-7D75AE227352}"/>
                </a:ext>
              </a:extLst>
            </p:cNvPr>
            <p:cNvSpPr txBox="1"/>
            <p:nvPr/>
          </p:nvSpPr>
          <p:spPr>
            <a:xfrm>
              <a:off x="6667443" y="14197544"/>
              <a:ext cx="175425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800" b="1" dirty="0">
                  <a:solidFill>
                    <a:schemeClr val="bg1"/>
                  </a:solidFill>
                </a:rPr>
                <a:t>Codebase</a:t>
              </a:r>
              <a:endParaRPr lang="zh-CN" altLang="en-US" sz="4400" b="1" dirty="0">
                <a:solidFill>
                  <a:schemeClr val="bg1"/>
                </a:solidFill>
              </a:endParaRPr>
            </a:p>
          </p:txBody>
        </p: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09DC9689-D06C-22E3-7C35-042357E978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84843" y="14213937"/>
              <a:ext cx="470428" cy="482808"/>
            </a:xfrm>
            <a:prstGeom prst="rect">
              <a:avLst/>
            </a:prstGeom>
          </p:spPr>
        </p:pic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F2B48824-E7C2-3EFB-A4B8-6F3B1945B9C6}"/>
              </a:ext>
            </a:extLst>
          </p:cNvPr>
          <p:cNvSpPr txBox="1"/>
          <p:nvPr/>
        </p:nvSpPr>
        <p:spPr>
          <a:xfrm>
            <a:off x="24011994" y="7283347"/>
            <a:ext cx="7628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/>
              <a:t>🤖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2BCEE6B-5179-3757-D50F-3CD6A8D69BD8}"/>
              </a:ext>
            </a:extLst>
          </p:cNvPr>
          <p:cNvSpPr txBox="1"/>
          <p:nvPr/>
        </p:nvSpPr>
        <p:spPr>
          <a:xfrm>
            <a:off x="11005942" y="11775145"/>
            <a:ext cx="331575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en-US" altLang="zh-CN" sz="2800" b="1" i="0" dirty="0">
                <a:effectLst/>
                <a:latin typeface="Source Sans Pro" panose="020F0502020204030204" pitchFamily="34" charset="0"/>
              </a:rPr>
              <a:t>     Participant A</a:t>
            </a:r>
          </a:p>
          <a:p>
            <a:pPr algn="l">
              <a:spcBef>
                <a:spcPts val="1200"/>
              </a:spcBef>
            </a:pPr>
            <a:r>
              <a:rPr lang="en-US" altLang="zh-CN" sz="2800" b="1" i="0" dirty="0">
                <a:effectLst/>
                <a:latin typeface="Source Sans Pro" panose="020F0502020204030204" pitchFamily="34" charset="0"/>
              </a:rPr>
              <a:t>(Patch Generator)</a:t>
            </a:r>
            <a:endParaRPr lang="zh-CN" altLang="en-US" sz="4400" b="1" i="0" dirty="0">
              <a:effectLst/>
              <a:latin typeface="Source Sans Pro" panose="020F050202020403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109B8D7-DFFF-0609-2277-B661E0D27231}"/>
              </a:ext>
            </a:extLst>
          </p:cNvPr>
          <p:cNvSpPr txBox="1"/>
          <p:nvPr/>
        </p:nvSpPr>
        <p:spPr>
          <a:xfrm>
            <a:off x="10413812" y="12058191"/>
            <a:ext cx="7628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/>
              <a:t>🤖</a:t>
            </a: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B3AA2259-AF34-AC11-56FB-01C671A2F99A}"/>
              </a:ext>
            </a:extLst>
          </p:cNvPr>
          <p:cNvGrpSpPr/>
          <p:nvPr/>
        </p:nvGrpSpPr>
        <p:grpSpPr>
          <a:xfrm>
            <a:off x="25869674" y="20103030"/>
            <a:ext cx="2801353" cy="823066"/>
            <a:chOff x="14143737" y="18130789"/>
            <a:chExt cx="2801353" cy="823066"/>
          </a:xfrm>
        </p:grpSpPr>
        <p:sp>
          <p:nvSpPr>
            <p:cNvPr id="28" name="矩形: 圆角 40">
              <a:extLst>
                <a:ext uri="{FF2B5EF4-FFF2-40B4-BE49-F238E27FC236}">
                  <a16:creationId xmlns:a16="http://schemas.microsoft.com/office/drawing/2014/main" id="{7B1B84E3-BAC0-C0E1-8E73-3FB3021032AE}"/>
                </a:ext>
              </a:extLst>
            </p:cNvPr>
            <p:cNvSpPr/>
            <p:nvPr/>
          </p:nvSpPr>
          <p:spPr>
            <a:xfrm>
              <a:off x="14143737" y="18130789"/>
              <a:ext cx="2801353" cy="797141"/>
            </a:xfrm>
            <a:prstGeom prst="roundRect">
              <a:avLst>
                <a:gd name="adj" fmla="val 6347"/>
              </a:avLst>
            </a:prstGeom>
            <a:solidFill>
              <a:schemeClr val="accent1">
                <a:alpha val="0"/>
              </a:schemeClr>
            </a:solidFill>
            <a:ln w="63500"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zh-CN" altLang="en-US" sz="1400" baseline="-25000">
                <a:solidFill>
                  <a:schemeClr val="tx1"/>
                </a:solidFill>
              </a:endParaRPr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DA254273-CC65-7D84-3E13-84308161C3A7}"/>
                </a:ext>
              </a:extLst>
            </p:cNvPr>
            <p:cNvGrpSpPr/>
            <p:nvPr/>
          </p:nvGrpSpPr>
          <p:grpSpPr>
            <a:xfrm>
              <a:off x="14143737" y="18307524"/>
              <a:ext cx="2801353" cy="646331"/>
              <a:chOff x="8202269" y="19276564"/>
              <a:chExt cx="2801353" cy="646331"/>
            </a:xfrm>
          </p:grpSpPr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729DF216-0B6E-AEF7-A323-09D4BB3B6DDF}"/>
                  </a:ext>
                </a:extLst>
              </p:cNvPr>
              <p:cNvSpPr txBox="1"/>
              <p:nvPr/>
            </p:nvSpPr>
            <p:spPr>
              <a:xfrm>
                <a:off x="8692775" y="19276564"/>
                <a:ext cx="231084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ts val="1200"/>
                  </a:spcBef>
                </a:pPr>
                <a:r>
                  <a:rPr lang="en-US" altLang="zh-CN" sz="2800" b="1" i="0" dirty="0">
                    <a:effectLst/>
                    <a:latin typeface="Source Sans Pro" panose="020F0502020204030204" pitchFamily="34" charset="0"/>
                  </a:rPr>
                  <a:t>Participant B</a:t>
                </a:r>
                <a:endParaRPr lang="zh-CN" altLang="en-US" sz="4400" b="1" i="0" dirty="0">
                  <a:effectLst/>
                  <a:latin typeface="Source Sans Pro" panose="020F0502020204030204" pitchFamily="34" charset="0"/>
                </a:endParaRPr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B34CC77-C4C8-C6CC-20D0-79B23CD6C236}"/>
                  </a:ext>
                </a:extLst>
              </p:cNvPr>
              <p:cNvSpPr txBox="1"/>
              <p:nvPr/>
            </p:nvSpPr>
            <p:spPr>
              <a:xfrm>
                <a:off x="8202269" y="19276564"/>
                <a:ext cx="76282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3600" dirty="0"/>
                  <a:t>🤖</a:t>
                </a:r>
              </a:p>
            </p:txBody>
          </p:sp>
        </p:grp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F07F322C-BC76-0EF9-8CE0-86163ED75BBA}"/>
              </a:ext>
            </a:extLst>
          </p:cNvPr>
          <p:cNvGrpSpPr/>
          <p:nvPr/>
        </p:nvGrpSpPr>
        <p:grpSpPr>
          <a:xfrm>
            <a:off x="15041195" y="15982400"/>
            <a:ext cx="2861899" cy="649154"/>
            <a:chOff x="8202269" y="19273741"/>
            <a:chExt cx="2861899" cy="649154"/>
          </a:xfrm>
        </p:grpSpPr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581D63CD-FA4D-19DB-FA0F-13FB9AAF8704}"/>
                </a:ext>
              </a:extLst>
            </p:cNvPr>
            <p:cNvSpPr txBox="1"/>
            <p:nvPr/>
          </p:nvSpPr>
          <p:spPr>
            <a:xfrm>
              <a:off x="8753320" y="19273741"/>
              <a:ext cx="231084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1200"/>
                </a:spcBef>
              </a:pPr>
              <a:r>
                <a:rPr lang="en-US" altLang="zh-CN" sz="2800" b="1" i="0" dirty="0">
                  <a:effectLst/>
                  <a:latin typeface="Source Sans Pro" panose="020F0502020204030204" pitchFamily="34" charset="0"/>
                </a:rPr>
                <a:t>Patch Verifier</a:t>
              </a:r>
              <a:endParaRPr lang="zh-CN" altLang="en-US" sz="4400" b="1" i="0">
                <a:effectLst/>
                <a:latin typeface="Source Sans Pro" panose="020F0502020204030204" pitchFamily="34" charset="0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10E0BA3B-32BD-A07B-EE07-555C210E627D}"/>
                </a:ext>
              </a:extLst>
            </p:cNvPr>
            <p:cNvSpPr txBox="1"/>
            <p:nvPr/>
          </p:nvSpPr>
          <p:spPr>
            <a:xfrm>
              <a:off x="8202269" y="19276564"/>
              <a:ext cx="76282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3600"/>
                <a:t>⚖️</a:t>
              </a:r>
            </a:p>
          </p:txBody>
        </p:sp>
      </p:grpSp>
      <p:sp>
        <p:nvSpPr>
          <p:cNvPr id="47" name="矩形: 圆角 40">
            <a:extLst>
              <a:ext uri="{FF2B5EF4-FFF2-40B4-BE49-F238E27FC236}">
                <a16:creationId xmlns:a16="http://schemas.microsoft.com/office/drawing/2014/main" id="{6257A043-C7A8-93B9-038F-4F9BA9BF98C6}"/>
              </a:ext>
            </a:extLst>
          </p:cNvPr>
          <p:cNvSpPr/>
          <p:nvPr/>
        </p:nvSpPr>
        <p:spPr>
          <a:xfrm>
            <a:off x="15041195" y="15805122"/>
            <a:ext cx="2852625" cy="797141"/>
          </a:xfrm>
          <a:prstGeom prst="roundRect">
            <a:avLst>
              <a:gd name="adj" fmla="val 6347"/>
            </a:avLst>
          </a:prstGeom>
          <a:solidFill>
            <a:schemeClr val="accent1">
              <a:alpha val="0"/>
            </a:schemeClr>
          </a:solidFill>
          <a:ln w="6350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zh-CN" altLang="en-US" sz="1400" baseline="-25000">
              <a:solidFill>
                <a:schemeClr val="tx1"/>
              </a:solidFill>
            </a:endParaRPr>
          </a:p>
        </p:txBody>
      </p:sp>
      <p:sp>
        <p:nvSpPr>
          <p:cNvPr id="54" name="矩形: 圆角 40">
            <a:extLst>
              <a:ext uri="{FF2B5EF4-FFF2-40B4-BE49-F238E27FC236}">
                <a16:creationId xmlns:a16="http://schemas.microsoft.com/office/drawing/2014/main" id="{264B765C-95AA-9EAA-D500-B920FED9CDC4}"/>
              </a:ext>
            </a:extLst>
          </p:cNvPr>
          <p:cNvSpPr/>
          <p:nvPr/>
        </p:nvSpPr>
        <p:spPr>
          <a:xfrm>
            <a:off x="15025768" y="17309197"/>
            <a:ext cx="2852625" cy="797141"/>
          </a:xfrm>
          <a:prstGeom prst="roundRect">
            <a:avLst>
              <a:gd name="adj" fmla="val 6347"/>
            </a:avLst>
          </a:prstGeom>
          <a:solidFill>
            <a:schemeClr val="accent1">
              <a:alpha val="0"/>
            </a:schemeClr>
          </a:solidFill>
          <a:ln w="6350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zh-CN" altLang="en-US" sz="1400" baseline="-25000">
              <a:solidFill>
                <a:schemeClr val="tx1"/>
              </a:solidFill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33E0923-C33C-6186-BCAD-9DF2CE185700}"/>
              </a:ext>
            </a:extLst>
          </p:cNvPr>
          <p:cNvSpPr txBox="1"/>
          <p:nvPr/>
        </p:nvSpPr>
        <p:spPr>
          <a:xfrm>
            <a:off x="15698730" y="17452722"/>
            <a:ext cx="23108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en-US" altLang="zh-CN" sz="2800" b="1" i="0" dirty="0">
                <a:effectLst/>
                <a:latin typeface="Source Sans Pro" panose="020F0502020204030204" pitchFamily="34" charset="0"/>
              </a:rPr>
              <a:t>Test Verifier</a:t>
            </a:r>
            <a:endParaRPr lang="zh-CN" altLang="en-US" sz="4400" b="1" i="0" dirty="0">
              <a:effectLst/>
              <a:latin typeface="Source Sans Pro" panose="020F050202020403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EF6E6112-AD9F-540C-D594-7A02ADB75075}"/>
              </a:ext>
            </a:extLst>
          </p:cNvPr>
          <p:cNvSpPr txBox="1"/>
          <p:nvPr/>
        </p:nvSpPr>
        <p:spPr>
          <a:xfrm>
            <a:off x="15025767" y="17452722"/>
            <a:ext cx="7628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/>
              <a:t>🤖</a:t>
            </a:r>
          </a:p>
        </p:txBody>
      </p:sp>
      <p:pic>
        <p:nvPicPr>
          <p:cNvPr id="66" name="图片 65" descr="形状&#10;&#10;AI 生成的内容可能不正确。">
            <a:extLst>
              <a:ext uri="{FF2B5EF4-FFF2-40B4-BE49-F238E27FC236}">
                <a16:creationId xmlns:a16="http://schemas.microsoft.com/office/drawing/2014/main" id="{3287C548-D1D5-DD9B-9E1C-04EAFF946F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0406" y="8277009"/>
            <a:ext cx="530796" cy="530796"/>
          </a:xfrm>
          <a:prstGeom prst="rect">
            <a:avLst/>
          </a:prstGeom>
        </p:spPr>
      </p:pic>
      <p:sp>
        <p:nvSpPr>
          <p:cNvPr id="67" name="文本框 66">
            <a:extLst>
              <a:ext uri="{FF2B5EF4-FFF2-40B4-BE49-F238E27FC236}">
                <a16:creationId xmlns:a16="http://schemas.microsoft.com/office/drawing/2014/main" id="{E8CA4ADC-B2CD-1CD1-7616-D1A589ADC333}"/>
              </a:ext>
            </a:extLst>
          </p:cNvPr>
          <p:cNvSpPr txBox="1"/>
          <p:nvPr/>
        </p:nvSpPr>
        <p:spPr>
          <a:xfrm>
            <a:off x="11098870" y="13730427"/>
            <a:ext cx="29214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en-US" altLang="zh-CN" sz="2800" b="1" dirty="0">
                <a:solidFill>
                  <a:schemeClr val="bg1"/>
                </a:solidFill>
                <a:latin typeface="Source Sans Pro" panose="020F0502020204030204" pitchFamily="34" charset="0"/>
              </a:rPr>
              <a:t>Generated Patch</a:t>
            </a:r>
            <a:endParaRPr lang="zh-CN" altLang="en-US" sz="4400" b="1" i="0" dirty="0">
              <a:solidFill>
                <a:schemeClr val="bg1"/>
              </a:solidFill>
              <a:effectLst/>
              <a:latin typeface="Source Sans Pro" panose="020F0502020204030204" pitchFamily="34" charset="0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DED269C3-88B9-4915-DD04-34A5348D0D88}"/>
              </a:ext>
            </a:extLst>
          </p:cNvPr>
          <p:cNvSpPr txBox="1"/>
          <p:nvPr/>
        </p:nvSpPr>
        <p:spPr>
          <a:xfrm>
            <a:off x="25816589" y="21245440"/>
            <a:ext cx="21865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en-US" altLang="zh-CN" sz="2800" b="1" dirty="0">
                <a:latin typeface="Source Sans Pro" panose="020F0502020204030204" pitchFamily="34" charset="0"/>
              </a:rPr>
              <a:t>Valid Patch</a:t>
            </a:r>
            <a:endParaRPr lang="zh-CN" altLang="en-US" sz="4400" b="1" i="0">
              <a:effectLst/>
              <a:latin typeface="Source Sans Pro" panose="020F0502020204030204" pitchFamily="34" charset="0"/>
            </a:endParaRPr>
          </a:p>
        </p:txBody>
      </p:sp>
      <p:sp>
        <p:nvSpPr>
          <p:cNvPr id="73" name="箭头: 下 95">
            <a:extLst>
              <a:ext uri="{FF2B5EF4-FFF2-40B4-BE49-F238E27FC236}">
                <a16:creationId xmlns:a16="http://schemas.microsoft.com/office/drawing/2014/main" id="{EFA453CB-87AB-2E47-FD98-C9EA7712BD5C}"/>
              </a:ext>
            </a:extLst>
          </p:cNvPr>
          <p:cNvSpPr/>
          <p:nvPr/>
        </p:nvSpPr>
        <p:spPr>
          <a:xfrm rot="13807602">
            <a:off x="25594198" y="21027440"/>
            <a:ext cx="139082" cy="436001"/>
          </a:xfrm>
          <a:prstGeom prst="downArrow">
            <a:avLst>
              <a:gd name="adj1" fmla="val 30769"/>
              <a:gd name="adj2" fmla="val 10769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箭头: 下 95">
            <a:extLst>
              <a:ext uri="{FF2B5EF4-FFF2-40B4-BE49-F238E27FC236}">
                <a16:creationId xmlns:a16="http://schemas.microsoft.com/office/drawing/2014/main" id="{AEB54B84-6E48-2D38-179A-48BD7BB2A88F}"/>
              </a:ext>
            </a:extLst>
          </p:cNvPr>
          <p:cNvSpPr/>
          <p:nvPr/>
        </p:nvSpPr>
        <p:spPr>
          <a:xfrm rot="18816117">
            <a:off x="25594310" y="22548420"/>
            <a:ext cx="139082" cy="436001"/>
          </a:xfrm>
          <a:prstGeom prst="downArrow">
            <a:avLst>
              <a:gd name="adj1" fmla="val 30769"/>
              <a:gd name="adj2" fmla="val 10769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77DDC37F-4441-657A-E2B1-1CDA265B141B}"/>
              </a:ext>
            </a:extLst>
          </p:cNvPr>
          <p:cNvSpPr txBox="1"/>
          <p:nvPr/>
        </p:nvSpPr>
        <p:spPr>
          <a:xfrm>
            <a:off x="25915456" y="22504810"/>
            <a:ext cx="3870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en-US" altLang="zh-CN" sz="2800" b="1" dirty="0">
                <a:latin typeface="Source Sans Pro" panose="020F0502020204030204" pitchFamily="34" charset="0"/>
              </a:rPr>
              <a:t>Invalid Patch,</a:t>
            </a:r>
            <a:r>
              <a:rPr lang="zh-CN" altLang="en-US" sz="2800" b="1">
                <a:latin typeface="Source Sans Pro" panose="020F0502020204030204" pitchFamily="34" charset="0"/>
              </a:rPr>
              <a:t> </a:t>
            </a:r>
            <a:r>
              <a:rPr lang="en-US" altLang="zh-CN" sz="2800" b="1" dirty="0">
                <a:latin typeface="Source Sans Pro" panose="020F0502020204030204" pitchFamily="34" charset="0"/>
              </a:rPr>
              <a:t>A Score--</a:t>
            </a:r>
            <a:endParaRPr lang="zh-CN" altLang="en-US" sz="4400" b="1" i="0">
              <a:effectLst/>
              <a:latin typeface="Source Sans Pro" panose="020F0502020204030204" pitchFamily="34" charset="0"/>
            </a:endParaRPr>
          </a:p>
        </p:txBody>
      </p:sp>
      <p:sp>
        <p:nvSpPr>
          <p:cNvPr id="77" name="箭头: 下 95">
            <a:extLst>
              <a:ext uri="{FF2B5EF4-FFF2-40B4-BE49-F238E27FC236}">
                <a16:creationId xmlns:a16="http://schemas.microsoft.com/office/drawing/2014/main" id="{408712CC-CC04-0E3C-A248-E41D16CC0651}"/>
              </a:ext>
            </a:extLst>
          </p:cNvPr>
          <p:cNvSpPr/>
          <p:nvPr/>
        </p:nvSpPr>
        <p:spPr>
          <a:xfrm rot="8178930">
            <a:off x="25493949" y="19361321"/>
            <a:ext cx="139082" cy="436001"/>
          </a:xfrm>
          <a:prstGeom prst="downArrow">
            <a:avLst>
              <a:gd name="adj1" fmla="val 30769"/>
              <a:gd name="adj2" fmla="val 10769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84FC2376-ED9B-CFFF-4A30-3E7E598F1816}"/>
              </a:ext>
            </a:extLst>
          </p:cNvPr>
          <p:cNvSpPr txBox="1"/>
          <p:nvPr/>
        </p:nvSpPr>
        <p:spPr>
          <a:xfrm>
            <a:off x="26252862" y="19132613"/>
            <a:ext cx="27239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en-US" altLang="zh-CN" sz="2800" b="1" dirty="0">
                <a:latin typeface="Source Sans Pro" panose="020F0502020204030204" pitchFamily="34" charset="0"/>
              </a:rPr>
              <a:t>Generate Test</a:t>
            </a:r>
            <a:endParaRPr lang="zh-CN" altLang="en-US" sz="4400" b="1" i="0">
              <a:effectLst/>
              <a:latin typeface="Source Sans Pro" panose="020F0502020204030204" pitchFamily="34" charset="0"/>
            </a:endParaRPr>
          </a:p>
        </p:txBody>
      </p:sp>
      <p:pic>
        <p:nvPicPr>
          <p:cNvPr id="84" name="图片 83" descr="形状&#10;&#10;AI 生成的内容可能不正确。">
            <a:extLst>
              <a:ext uri="{FF2B5EF4-FFF2-40B4-BE49-F238E27FC236}">
                <a16:creationId xmlns:a16="http://schemas.microsoft.com/office/drawing/2014/main" id="{D9A70FDE-F7C2-5036-CF8B-4603000732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5953" y="19126860"/>
            <a:ext cx="523220" cy="523220"/>
          </a:xfrm>
          <a:prstGeom prst="rect">
            <a:avLst/>
          </a:prstGeom>
        </p:spPr>
      </p:pic>
      <p:pic>
        <p:nvPicPr>
          <p:cNvPr id="3" name="图片 2" descr="形状&#10;&#10;AI 生成的内容可能不正确。">
            <a:extLst>
              <a:ext uri="{FF2B5EF4-FFF2-40B4-BE49-F238E27FC236}">
                <a16:creationId xmlns:a16="http://schemas.microsoft.com/office/drawing/2014/main" id="{1FEF84E0-8579-74BA-555A-093CAB781A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69252" y="24168402"/>
            <a:ext cx="570171" cy="57017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9B39E8A-DFF9-5AE5-9134-BC6845A0D655}"/>
              </a:ext>
            </a:extLst>
          </p:cNvPr>
          <p:cNvSpPr txBox="1"/>
          <p:nvPr/>
        </p:nvSpPr>
        <p:spPr>
          <a:xfrm>
            <a:off x="23501633" y="24155179"/>
            <a:ext cx="24176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en-US" altLang="zh-CN" sz="2800" b="1" dirty="0">
                <a:latin typeface="Source Sans Pro" panose="020F0502020204030204" pitchFamily="34" charset="0"/>
              </a:rPr>
              <a:t>Switch Roles</a:t>
            </a:r>
            <a:endParaRPr lang="zh-CN" altLang="en-US" sz="4400" b="1" i="0">
              <a:effectLst/>
              <a:latin typeface="Source Sans Pro" panose="020F0502020204030204" pitchFamily="34" charset="0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4BD326D6-32D3-14FA-F76E-F1E90CA79B4A}"/>
              </a:ext>
            </a:extLst>
          </p:cNvPr>
          <p:cNvGrpSpPr/>
          <p:nvPr/>
        </p:nvGrpSpPr>
        <p:grpSpPr>
          <a:xfrm>
            <a:off x="5849866" y="14525298"/>
            <a:ext cx="2214073" cy="523220"/>
            <a:chOff x="6207626" y="15141442"/>
            <a:chExt cx="2214073" cy="523220"/>
          </a:xfrm>
        </p:grpSpPr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7B77CEFE-7F19-C49F-78CE-6CD04EC9F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07626" y="15181854"/>
              <a:ext cx="459817" cy="482808"/>
            </a:xfrm>
            <a:prstGeom prst="rect">
              <a:avLst/>
            </a:prstGeom>
          </p:spPr>
        </p:pic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A2A54A8B-9C71-DF43-4440-AB8C269D8096}"/>
                </a:ext>
              </a:extLst>
            </p:cNvPr>
            <p:cNvSpPr txBox="1"/>
            <p:nvPr/>
          </p:nvSpPr>
          <p:spPr>
            <a:xfrm>
              <a:off x="6667443" y="15141442"/>
              <a:ext cx="175425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800" b="1" dirty="0">
                  <a:solidFill>
                    <a:schemeClr val="bg1"/>
                  </a:solidFill>
                </a:rPr>
                <a:t>Issue</a:t>
              </a:r>
              <a:endParaRPr lang="zh-CN" altLang="en-US" sz="44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2228C3B-9702-4472-7429-140869332234}"/>
              </a:ext>
            </a:extLst>
          </p:cNvPr>
          <p:cNvGrpSpPr/>
          <p:nvPr/>
        </p:nvGrpSpPr>
        <p:grpSpPr>
          <a:xfrm>
            <a:off x="5849866" y="12087368"/>
            <a:ext cx="2922026" cy="523220"/>
            <a:chOff x="6184843" y="14197544"/>
            <a:chExt cx="2922026" cy="523220"/>
          </a:xfrm>
        </p:grpSpPr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ACDE4FF-3E65-23D3-974A-1AD5DFEB0B80}"/>
                </a:ext>
              </a:extLst>
            </p:cNvPr>
            <p:cNvSpPr txBox="1"/>
            <p:nvPr/>
          </p:nvSpPr>
          <p:spPr>
            <a:xfrm>
              <a:off x="6667443" y="14197544"/>
              <a:ext cx="243942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800" b="1" dirty="0">
                  <a:solidFill>
                    <a:schemeClr val="bg1"/>
                  </a:solidFill>
                </a:rPr>
                <a:t>Code Snippet</a:t>
              </a:r>
              <a:endParaRPr lang="zh-CN" altLang="en-US" sz="4400" b="1" dirty="0">
                <a:solidFill>
                  <a:schemeClr val="bg1"/>
                </a:solidFill>
              </a:endParaRPr>
            </a:p>
          </p:txBody>
        </p:sp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E54C615B-4217-B38D-2003-E1F5D8C564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84843" y="14213937"/>
              <a:ext cx="470428" cy="482808"/>
            </a:xfrm>
            <a:prstGeom prst="rect">
              <a:avLst/>
            </a:prstGeom>
          </p:spPr>
        </p:pic>
      </p:grpSp>
      <p:pic>
        <p:nvPicPr>
          <p:cNvPr id="44" name="图片 43">
            <a:extLst>
              <a:ext uri="{FF2B5EF4-FFF2-40B4-BE49-F238E27FC236}">
                <a16:creationId xmlns:a16="http://schemas.microsoft.com/office/drawing/2014/main" id="{740CD70E-1A9A-3B3F-2FDC-39234D55E4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7982" y="12688218"/>
            <a:ext cx="403404" cy="385865"/>
          </a:xfrm>
          <a:prstGeom prst="rect">
            <a:avLst/>
          </a:prstGeom>
        </p:spPr>
      </p:pic>
      <p:sp>
        <p:nvSpPr>
          <p:cNvPr id="45" name="文本框 44">
            <a:extLst>
              <a:ext uri="{FF2B5EF4-FFF2-40B4-BE49-F238E27FC236}">
                <a16:creationId xmlns:a16="http://schemas.microsoft.com/office/drawing/2014/main" id="{E5D2911B-668B-DE5D-386D-B284B7AF7C35}"/>
              </a:ext>
            </a:extLst>
          </p:cNvPr>
          <p:cNvSpPr txBox="1"/>
          <p:nvPr/>
        </p:nvSpPr>
        <p:spPr>
          <a:xfrm>
            <a:off x="1714762" y="12673459"/>
            <a:ext cx="14599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</a:rPr>
              <a:t>sklearn/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pic>
        <p:nvPicPr>
          <p:cNvPr id="52" name="图片 51">
            <a:extLst>
              <a:ext uri="{FF2B5EF4-FFF2-40B4-BE49-F238E27FC236}">
                <a16:creationId xmlns:a16="http://schemas.microsoft.com/office/drawing/2014/main" id="{1BF6AE50-789B-0431-C323-BD45346A02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7982" y="13175508"/>
            <a:ext cx="392415" cy="375353"/>
          </a:xfrm>
          <a:prstGeom prst="rect">
            <a:avLst/>
          </a:prstGeom>
        </p:spPr>
      </p:pic>
      <p:sp>
        <p:nvSpPr>
          <p:cNvPr id="57" name="文本框 56">
            <a:extLst>
              <a:ext uri="{FF2B5EF4-FFF2-40B4-BE49-F238E27FC236}">
                <a16:creationId xmlns:a16="http://schemas.microsoft.com/office/drawing/2014/main" id="{AF50BFD7-56D3-9BD9-92DB-E782962B3206}"/>
              </a:ext>
            </a:extLst>
          </p:cNvPr>
          <p:cNvSpPr txBox="1"/>
          <p:nvPr/>
        </p:nvSpPr>
        <p:spPr>
          <a:xfrm>
            <a:off x="1714761" y="13160749"/>
            <a:ext cx="16070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</a:rPr>
              <a:t>examples/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pic>
        <p:nvPicPr>
          <p:cNvPr id="60" name="图片 59">
            <a:extLst>
              <a:ext uri="{FF2B5EF4-FFF2-40B4-BE49-F238E27FC236}">
                <a16:creationId xmlns:a16="http://schemas.microsoft.com/office/drawing/2014/main" id="{A21FA39B-063B-6842-2175-6EAFAB87CBC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4839" y="13639003"/>
            <a:ext cx="315558" cy="420744"/>
          </a:xfrm>
          <a:prstGeom prst="rect">
            <a:avLst/>
          </a:prstGeom>
        </p:spPr>
      </p:pic>
      <p:sp>
        <p:nvSpPr>
          <p:cNvPr id="61" name="文本框 60">
            <a:extLst>
              <a:ext uri="{FF2B5EF4-FFF2-40B4-BE49-F238E27FC236}">
                <a16:creationId xmlns:a16="http://schemas.microsoft.com/office/drawing/2014/main" id="{108C1723-E148-B494-BA1C-34408A49BD95}"/>
              </a:ext>
            </a:extLst>
          </p:cNvPr>
          <p:cNvSpPr txBox="1"/>
          <p:nvPr/>
        </p:nvSpPr>
        <p:spPr>
          <a:xfrm>
            <a:off x="1714761" y="13639003"/>
            <a:ext cx="16070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</a:rPr>
              <a:t>setup.py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63648BA-C54E-9C1A-5DD3-27A7754FE86E}"/>
              </a:ext>
            </a:extLst>
          </p:cNvPr>
          <p:cNvSpPr txBox="1"/>
          <p:nvPr/>
        </p:nvSpPr>
        <p:spPr>
          <a:xfrm>
            <a:off x="1554135" y="15185136"/>
            <a:ext cx="30793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i="1" dirty="0">
                <a:solidFill>
                  <a:schemeClr val="bg1"/>
                </a:solidFill>
              </a:rPr>
              <a:t>data leak in GBDT due to warm start (This is about the non- histogram-based version of...</a:t>
            </a:r>
            <a:endParaRPr lang="zh-CN" altLang="en-US" i="1" dirty="0">
              <a:solidFill>
                <a:schemeClr val="bg1"/>
              </a:solidFill>
            </a:endParaRPr>
          </a:p>
        </p:txBody>
      </p:sp>
      <p:sp>
        <p:nvSpPr>
          <p:cNvPr id="76" name="矩形: 圆角 40">
            <a:extLst>
              <a:ext uri="{FF2B5EF4-FFF2-40B4-BE49-F238E27FC236}">
                <a16:creationId xmlns:a16="http://schemas.microsoft.com/office/drawing/2014/main" id="{B0706D4B-22DA-7E83-BFB4-1478A023332A}"/>
              </a:ext>
            </a:extLst>
          </p:cNvPr>
          <p:cNvSpPr/>
          <p:nvPr/>
        </p:nvSpPr>
        <p:spPr>
          <a:xfrm>
            <a:off x="1542618" y="15102963"/>
            <a:ext cx="3090887" cy="1172632"/>
          </a:xfrm>
          <a:prstGeom prst="roundRect">
            <a:avLst>
              <a:gd name="adj" fmla="val 6347"/>
            </a:avLst>
          </a:prstGeom>
          <a:solidFill>
            <a:schemeClr val="accent1">
              <a:alpha val="0"/>
            </a:schemeClr>
          </a:solidFill>
          <a:ln w="317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zh-CN" altLang="en-US" sz="1400" baseline="-25000" dirty="0">
              <a:solidFill>
                <a:schemeClr val="tx1"/>
              </a:solidFill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EA565126-2652-D481-4B9D-F6FF752DA27E}"/>
              </a:ext>
            </a:extLst>
          </p:cNvPr>
          <p:cNvSpPr txBox="1"/>
          <p:nvPr/>
        </p:nvSpPr>
        <p:spPr>
          <a:xfrm>
            <a:off x="3243373" y="12669249"/>
            <a:ext cx="15009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</a:rPr>
              <a:t>setup.cfg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FA1935C2-678C-BFE8-35FA-6E8C9CA04DBA}"/>
              </a:ext>
            </a:extLst>
          </p:cNvPr>
          <p:cNvSpPr txBox="1"/>
          <p:nvPr/>
        </p:nvSpPr>
        <p:spPr>
          <a:xfrm>
            <a:off x="3237411" y="13191667"/>
            <a:ext cx="1760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</a:rPr>
              <a:t>README.md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pic>
        <p:nvPicPr>
          <p:cNvPr id="81" name="图片 80">
            <a:extLst>
              <a:ext uri="{FF2B5EF4-FFF2-40B4-BE49-F238E27FC236}">
                <a16:creationId xmlns:a16="http://schemas.microsoft.com/office/drawing/2014/main" id="{FDB3F2E7-BA0C-C341-1978-07C9C71B9C1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94510" y="12667154"/>
            <a:ext cx="315558" cy="420744"/>
          </a:xfrm>
          <a:prstGeom prst="rect">
            <a:avLst/>
          </a:prstGeom>
        </p:spPr>
      </p:pic>
      <p:pic>
        <p:nvPicPr>
          <p:cNvPr id="83" name="图片 82">
            <a:extLst>
              <a:ext uri="{FF2B5EF4-FFF2-40B4-BE49-F238E27FC236}">
                <a16:creationId xmlns:a16="http://schemas.microsoft.com/office/drawing/2014/main" id="{F4EE8F61-B7B4-3944-E8DB-B25BD853D5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04986" y="13197792"/>
            <a:ext cx="315558" cy="420744"/>
          </a:xfrm>
          <a:prstGeom prst="rect">
            <a:avLst/>
          </a:prstGeom>
        </p:spPr>
      </p:pic>
      <p:sp>
        <p:nvSpPr>
          <p:cNvPr id="95" name="矩形: 圆角 40">
            <a:extLst>
              <a:ext uri="{FF2B5EF4-FFF2-40B4-BE49-F238E27FC236}">
                <a16:creationId xmlns:a16="http://schemas.microsoft.com/office/drawing/2014/main" id="{2C44DB8C-AFC7-95DD-CC20-345A4A6F90A0}"/>
              </a:ext>
            </a:extLst>
          </p:cNvPr>
          <p:cNvSpPr/>
          <p:nvPr/>
        </p:nvSpPr>
        <p:spPr>
          <a:xfrm>
            <a:off x="1307982" y="12664713"/>
            <a:ext cx="3436300" cy="1433042"/>
          </a:xfrm>
          <a:prstGeom prst="roundRect">
            <a:avLst>
              <a:gd name="adj" fmla="val 6347"/>
            </a:avLst>
          </a:prstGeom>
          <a:solidFill>
            <a:schemeClr val="accent1">
              <a:alpha val="0"/>
            </a:schemeClr>
          </a:solidFill>
          <a:ln w="317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zh-CN" altLang="en-US" sz="1400" baseline="-25000" dirty="0">
              <a:solidFill>
                <a:schemeClr val="tx1"/>
              </a:solidFill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8140C89C-1523-F009-3B05-F267406675B1}"/>
              </a:ext>
            </a:extLst>
          </p:cNvPr>
          <p:cNvSpPr txBox="1"/>
          <p:nvPr/>
        </p:nvSpPr>
        <p:spPr>
          <a:xfrm>
            <a:off x="6190465" y="15185639"/>
            <a:ext cx="30793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i="1" dirty="0">
                <a:solidFill>
                  <a:schemeClr val="bg1"/>
                </a:solidFill>
              </a:rPr>
              <a:t>data leak in GBDT due to warm start (This is about the non- histogram-based version of...</a:t>
            </a:r>
            <a:endParaRPr lang="zh-CN" altLang="en-US" i="1" dirty="0">
              <a:solidFill>
                <a:schemeClr val="bg1"/>
              </a:solidFill>
            </a:endParaRPr>
          </a:p>
        </p:txBody>
      </p:sp>
      <p:sp>
        <p:nvSpPr>
          <p:cNvPr id="92" name="箭头: 下 95">
            <a:extLst>
              <a:ext uri="{FF2B5EF4-FFF2-40B4-BE49-F238E27FC236}">
                <a16:creationId xmlns:a16="http://schemas.microsoft.com/office/drawing/2014/main" id="{76709614-3ECA-27A5-5CD8-015989C11795}"/>
              </a:ext>
            </a:extLst>
          </p:cNvPr>
          <p:cNvSpPr/>
          <p:nvPr/>
        </p:nvSpPr>
        <p:spPr>
          <a:xfrm rot="16200000">
            <a:off x="5317292" y="13149305"/>
            <a:ext cx="142942" cy="701704"/>
          </a:xfrm>
          <a:prstGeom prst="downArrow">
            <a:avLst>
              <a:gd name="adj1" fmla="val 30769"/>
              <a:gd name="adj2" fmla="val 107692"/>
            </a:avLst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7" name="直线连接符 96">
            <a:extLst>
              <a:ext uri="{FF2B5EF4-FFF2-40B4-BE49-F238E27FC236}">
                <a16:creationId xmlns:a16="http://schemas.microsoft.com/office/drawing/2014/main" id="{FDD1685E-DBBE-D070-774D-8177BDCC6DC9}"/>
              </a:ext>
            </a:extLst>
          </p:cNvPr>
          <p:cNvCxnSpPr>
            <a:cxnSpLocks/>
          </p:cNvCxnSpPr>
          <p:nvPr/>
        </p:nvCxnSpPr>
        <p:spPr>
          <a:xfrm>
            <a:off x="3088061" y="14071681"/>
            <a:ext cx="0" cy="104456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线连接符 99">
            <a:extLst>
              <a:ext uri="{FF2B5EF4-FFF2-40B4-BE49-F238E27FC236}">
                <a16:creationId xmlns:a16="http://schemas.microsoft.com/office/drawing/2014/main" id="{93562BC9-6DB2-FF14-6F69-FAF60E5786CF}"/>
              </a:ext>
            </a:extLst>
          </p:cNvPr>
          <p:cNvCxnSpPr>
            <a:cxnSpLocks/>
          </p:cNvCxnSpPr>
          <p:nvPr/>
        </p:nvCxnSpPr>
        <p:spPr>
          <a:xfrm flipH="1">
            <a:off x="3088061" y="14720574"/>
            <a:ext cx="1958523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DB243DAF-1DD0-0B1D-157A-0B7E26727836}"/>
              </a:ext>
            </a:extLst>
          </p:cNvPr>
          <p:cNvCxnSpPr>
            <a:cxnSpLocks/>
          </p:cNvCxnSpPr>
          <p:nvPr/>
        </p:nvCxnSpPr>
        <p:spPr>
          <a:xfrm>
            <a:off x="5052778" y="13487413"/>
            <a:ext cx="0" cy="124462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文本框 104">
            <a:extLst>
              <a:ext uri="{FF2B5EF4-FFF2-40B4-BE49-F238E27FC236}">
                <a16:creationId xmlns:a16="http://schemas.microsoft.com/office/drawing/2014/main" id="{D12BE243-9F0F-FBED-1E00-6A7F801CFF16}"/>
              </a:ext>
            </a:extLst>
          </p:cNvPr>
          <p:cNvSpPr txBox="1"/>
          <p:nvPr/>
        </p:nvSpPr>
        <p:spPr>
          <a:xfrm>
            <a:off x="3494064" y="14336366"/>
            <a:ext cx="11394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</a:rPr>
              <a:t>Retrieval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E6BB19F0-258D-A9AA-0023-F7DAA666C7D0}"/>
              </a:ext>
            </a:extLst>
          </p:cNvPr>
          <p:cNvSpPr txBox="1"/>
          <p:nvPr/>
        </p:nvSpPr>
        <p:spPr>
          <a:xfrm>
            <a:off x="6158890" y="12772921"/>
            <a:ext cx="30793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def on_load(e: me.LoadEvent):  # pylint: disable=unused-argument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    “”“On load event”“”…</a:t>
            </a:r>
          </a:p>
        </p:txBody>
      </p:sp>
      <p:sp>
        <p:nvSpPr>
          <p:cNvPr id="108" name="矩形: 圆角 40">
            <a:extLst>
              <a:ext uri="{FF2B5EF4-FFF2-40B4-BE49-F238E27FC236}">
                <a16:creationId xmlns:a16="http://schemas.microsoft.com/office/drawing/2014/main" id="{740CFFA0-2657-66CE-83AF-82ADE6449C46}"/>
              </a:ext>
            </a:extLst>
          </p:cNvPr>
          <p:cNvSpPr/>
          <p:nvPr/>
        </p:nvSpPr>
        <p:spPr>
          <a:xfrm>
            <a:off x="5776961" y="11998765"/>
            <a:ext cx="3612738" cy="4221920"/>
          </a:xfrm>
          <a:prstGeom prst="roundRect">
            <a:avLst>
              <a:gd name="adj" fmla="val 6347"/>
            </a:avLst>
          </a:prstGeom>
          <a:solidFill>
            <a:schemeClr val="accent1">
              <a:alpha val="0"/>
            </a:schemeClr>
          </a:solidFill>
          <a:ln w="6350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zh-CN" altLang="en-US" sz="1400" baseline="-25000" dirty="0">
              <a:solidFill>
                <a:schemeClr val="tx1"/>
              </a:solidFill>
            </a:endParaRPr>
          </a:p>
        </p:txBody>
      </p:sp>
      <p:pic>
        <p:nvPicPr>
          <p:cNvPr id="110" name="图片 109">
            <a:extLst>
              <a:ext uri="{FF2B5EF4-FFF2-40B4-BE49-F238E27FC236}">
                <a16:creationId xmlns:a16="http://schemas.microsoft.com/office/drawing/2014/main" id="{FD399673-C3B5-3A39-B5AB-6B2BEDA53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473" y="12197405"/>
            <a:ext cx="596900" cy="571500"/>
          </a:xfrm>
          <a:prstGeom prst="rect">
            <a:avLst/>
          </a:prstGeom>
        </p:spPr>
      </p:pic>
      <p:pic>
        <p:nvPicPr>
          <p:cNvPr id="112" name="图片 111">
            <a:extLst>
              <a:ext uri="{FF2B5EF4-FFF2-40B4-BE49-F238E27FC236}">
                <a16:creationId xmlns:a16="http://schemas.microsoft.com/office/drawing/2014/main" id="{B38D7127-5381-D351-A9AD-7570403AC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954843" y="12952727"/>
            <a:ext cx="596900" cy="571500"/>
          </a:xfrm>
          <a:prstGeom prst="rect">
            <a:avLst/>
          </a:prstGeom>
        </p:spPr>
      </p:pic>
      <p:pic>
        <p:nvPicPr>
          <p:cNvPr id="113" name="图片 112">
            <a:extLst>
              <a:ext uri="{FF2B5EF4-FFF2-40B4-BE49-F238E27FC236}">
                <a16:creationId xmlns:a16="http://schemas.microsoft.com/office/drawing/2014/main" id="{CCB1E929-6B60-FBCC-0495-333C2256DBB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38712" y="13795794"/>
            <a:ext cx="400110" cy="400110"/>
          </a:xfrm>
          <a:prstGeom prst="rect">
            <a:avLst/>
          </a:prstGeom>
        </p:spPr>
      </p:pic>
      <p:pic>
        <p:nvPicPr>
          <p:cNvPr id="114" name="图片 113">
            <a:extLst>
              <a:ext uri="{FF2B5EF4-FFF2-40B4-BE49-F238E27FC236}">
                <a16:creationId xmlns:a16="http://schemas.microsoft.com/office/drawing/2014/main" id="{6CC3EA1B-C286-DA18-541D-CF05E51025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5769" y="14651558"/>
            <a:ext cx="403404" cy="385865"/>
          </a:xfrm>
          <a:prstGeom prst="rect">
            <a:avLst/>
          </a:prstGeom>
        </p:spPr>
      </p:pic>
      <p:sp>
        <p:nvSpPr>
          <p:cNvPr id="115" name="文本框 114">
            <a:extLst>
              <a:ext uri="{FF2B5EF4-FFF2-40B4-BE49-F238E27FC236}">
                <a16:creationId xmlns:a16="http://schemas.microsoft.com/office/drawing/2014/main" id="{5E6E1465-210C-F8F7-0220-82E787DBEA5A}"/>
              </a:ext>
            </a:extLst>
          </p:cNvPr>
          <p:cNvSpPr txBox="1"/>
          <p:nvPr/>
        </p:nvSpPr>
        <p:spPr>
          <a:xfrm>
            <a:off x="11072549" y="14636799"/>
            <a:ext cx="14599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</a:rPr>
              <a:t>sklearn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pic>
        <p:nvPicPr>
          <p:cNvPr id="116" name="图片 115">
            <a:extLst>
              <a:ext uri="{FF2B5EF4-FFF2-40B4-BE49-F238E27FC236}">
                <a16:creationId xmlns:a16="http://schemas.microsoft.com/office/drawing/2014/main" id="{EC340D9A-5F5C-2D6C-91C0-4465EE57AB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5769" y="15916145"/>
            <a:ext cx="392415" cy="375353"/>
          </a:xfrm>
          <a:prstGeom prst="rect">
            <a:avLst/>
          </a:prstGeom>
        </p:spPr>
      </p:pic>
      <p:sp>
        <p:nvSpPr>
          <p:cNvPr id="117" name="文本框 116">
            <a:extLst>
              <a:ext uri="{FF2B5EF4-FFF2-40B4-BE49-F238E27FC236}">
                <a16:creationId xmlns:a16="http://schemas.microsoft.com/office/drawing/2014/main" id="{136EBA8D-60DA-15CF-E154-6CEB91F032A4}"/>
              </a:ext>
            </a:extLst>
          </p:cNvPr>
          <p:cNvSpPr txBox="1"/>
          <p:nvPr/>
        </p:nvSpPr>
        <p:spPr>
          <a:xfrm>
            <a:off x="11060768" y="15873023"/>
            <a:ext cx="16070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</a:rPr>
              <a:t>examples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pic>
        <p:nvPicPr>
          <p:cNvPr id="121" name="图片 120">
            <a:extLst>
              <a:ext uri="{FF2B5EF4-FFF2-40B4-BE49-F238E27FC236}">
                <a16:creationId xmlns:a16="http://schemas.microsoft.com/office/drawing/2014/main" id="{7DA6DE90-CFA6-21AF-A79B-3D28F5FBF23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28685" y="15026684"/>
            <a:ext cx="315558" cy="420744"/>
          </a:xfrm>
          <a:prstGeom prst="rect">
            <a:avLst/>
          </a:prstGeom>
        </p:spPr>
      </p:pic>
      <p:pic>
        <p:nvPicPr>
          <p:cNvPr id="122" name="图片 121">
            <a:extLst>
              <a:ext uri="{FF2B5EF4-FFF2-40B4-BE49-F238E27FC236}">
                <a16:creationId xmlns:a16="http://schemas.microsoft.com/office/drawing/2014/main" id="{DA96BE4E-8629-12CC-BB61-64C1FCE4929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31868" y="15426794"/>
            <a:ext cx="315558" cy="420744"/>
          </a:xfrm>
          <a:prstGeom prst="rect">
            <a:avLst/>
          </a:prstGeom>
        </p:spPr>
      </p:pic>
      <p:sp>
        <p:nvSpPr>
          <p:cNvPr id="124" name="文本框 123">
            <a:extLst>
              <a:ext uri="{FF2B5EF4-FFF2-40B4-BE49-F238E27FC236}">
                <a16:creationId xmlns:a16="http://schemas.microsoft.com/office/drawing/2014/main" id="{7EA6923E-B344-9E09-E1D3-A18F2A06064D}"/>
              </a:ext>
            </a:extLst>
          </p:cNvPr>
          <p:cNvSpPr txBox="1"/>
          <p:nvPr/>
        </p:nvSpPr>
        <p:spPr>
          <a:xfrm>
            <a:off x="11472462" y="15029778"/>
            <a:ext cx="23763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</a:rPr>
              <a:t>gradient_boosting.py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FD19FFED-782F-1855-5E9E-900859D4D6C2}"/>
              </a:ext>
            </a:extLst>
          </p:cNvPr>
          <p:cNvSpPr txBox="1"/>
          <p:nvPr/>
        </p:nvSpPr>
        <p:spPr>
          <a:xfrm>
            <a:off x="11475645" y="15443822"/>
            <a:ext cx="23763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</a:rPr>
              <a:t>helper.py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C5C562C6-5049-1AFF-087D-682D8E491DB0}"/>
              </a:ext>
            </a:extLst>
          </p:cNvPr>
          <p:cNvSpPr txBox="1"/>
          <p:nvPr/>
        </p:nvSpPr>
        <p:spPr>
          <a:xfrm>
            <a:off x="12140439" y="14156022"/>
            <a:ext cx="14599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3BAF4C"/>
                </a:solidFill>
              </a:rPr>
              <a:t>+32</a:t>
            </a:r>
            <a:r>
              <a:rPr lang="zh-CN" altLang="en-US" sz="2000" dirty="0">
                <a:solidFill>
                  <a:srgbClr val="3BAF4C"/>
                </a:solidFill>
              </a:rPr>
              <a:t> </a:t>
            </a:r>
            <a:r>
              <a:rPr lang="en-US" altLang="zh-CN" sz="2000" dirty="0">
                <a:solidFill>
                  <a:srgbClr val="F85149"/>
                </a:solidFill>
              </a:rPr>
              <a:t>-21</a:t>
            </a:r>
            <a:r>
              <a:rPr lang="zh-CN" altLang="en-US" sz="2000" dirty="0">
                <a:solidFill>
                  <a:srgbClr val="F85149"/>
                </a:solidFill>
              </a:rPr>
              <a:t> 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1AB8DFE7-3515-5D50-C1B2-BECD807AF8DF}"/>
              </a:ext>
            </a:extLst>
          </p:cNvPr>
          <p:cNvSpPr/>
          <p:nvPr/>
        </p:nvSpPr>
        <p:spPr>
          <a:xfrm>
            <a:off x="13082169" y="14254348"/>
            <a:ext cx="180000" cy="180000"/>
          </a:xfrm>
          <a:prstGeom prst="rect">
            <a:avLst/>
          </a:prstGeom>
          <a:solidFill>
            <a:srgbClr val="3BAF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CC6112E1-3E82-36E2-3755-D341423F2C2D}"/>
              </a:ext>
            </a:extLst>
          </p:cNvPr>
          <p:cNvSpPr/>
          <p:nvPr/>
        </p:nvSpPr>
        <p:spPr>
          <a:xfrm>
            <a:off x="13293066" y="14255438"/>
            <a:ext cx="180000" cy="180000"/>
          </a:xfrm>
          <a:prstGeom prst="rect">
            <a:avLst/>
          </a:prstGeom>
          <a:solidFill>
            <a:srgbClr val="3BAF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1E9391B8-F428-9471-5BBF-1BA070790783}"/>
              </a:ext>
            </a:extLst>
          </p:cNvPr>
          <p:cNvSpPr/>
          <p:nvPr/>
        </p:nvSpPr>
        <p:spPr>
          <a:xfrm>
            <a:off x="13503963" y="14255007"/>
            <a:ext cx="180000" cy="180000"/>
          </a:xfrm>
          <a:prstGeom prst="rect">
            <a:avLst/>
          </a:prstGeom>
          <a:solidFill>
            <a:srgbClr val="F85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BCE0C79B-E608-9789-B2BB-641860EAE753}"/>
              </a:ext>
            </a:extLst>
          </p:cNvPr>
          <p:cNvSpPr/>
          <p:nvPr/>
        </p:nvSpPr>
        <p:spPr>
          <a:xfrm>
            <a:off x="13714860" y="14257112"/>
            <a:ext cx="180000" cy="180000"/>
          </a:xfrm>
          <a:prstGeom prst="rect">
            <a:avLst/>
          </a:prstGeom>
          <a:solidFill>
            <a:srgbClr val="F85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0AF2B29F-DD4C-8BDD-50F6-9CA743C55546}"/>
              </a:ext>
            </a:extLst>
          </p:cNvPr>
          <p:cNvSpPr/>
          <p:nvPr/>
        </p:nvSpPr>
        <p:spPr>
          <a:xfrm>
            <a:off x="13930347" y="14259641"/>
            <a:ext cx="180000" cy="180000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32" name="图片 131">
            <a:extLst>
              <a:ext uri="{FF2B5EF4-FFF2-40B4-BE49-F238E27FC236}">
                <a16:creationId xmlns:a16="http://schemas.microsoft.com/office/drawing/2014/main" id="{504DD131-43A8-957F-E89F-D367BBA0C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7746" y="15805122"/>
            <a:ext cx="596900" cy="571500"/>
          </a:xfrm>
          <a:prstGeom prst="rect">
            <a:avLst/>
          </a:prstGeom>
        </p:spPr>
      </p:pic>
      <p:pic>
        <p:nvPicPr>
          <p:cNvPr id="133" name="图片 132">
            <a:extLst>
              <a:ext uri="{FF2B5EF4-FFF2-40B4-BE49-F238E27FC236}">
                <a16:creationId xmlns:a16="http://schemas.microsoft.com/office/drawing/2014/main" id="{317E4810-A0D7-C68A-78B7-FF487F2DF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5398038" y="13054803"/>
            <a:ext cx="596900" cy="571500"/>
          </a:xfrm>
          <a:prstGeom prst="rect">
            <a:avLst/>
          </a:prstGeom>
        </p:spPr>
      </p:pic>
      <p:cxnSp>
        <p:nvCxnSpPr>
          <p:cNvPr id="137" name="直线连接符 136">
            <a:extLst>
              <a:ext uri="{FF2B5EF4-FFF2-40B4-BE49-F238E27FC236}">
                <a16:creationId xmlns:a16="http://schemas.microsoft.com/office/drawing/2014/main" id="{74C96E24-474C-CC65-5F97-5A5288963BE8}"/>
              </a:ext>
            </a:extLst>
          </p:cNvPr>
          <p:cNvCxnSpPr>
            <a:cxnSpLocks/>
          </p:cNvCxnSpPr>
          <p:nvPr/>
        </p:nvCxnSpPr>
        <p:spPr>
          <a:xfrm>
            <a:off x="15686077" y="13530813"/>
            <a:ext cx="0" cy="2050276"/>
          </a:xfrm>
          <a:prstGeom prst="line">
            <a:avLst/>
          </a:prstGeom>
          <a:ln w="71755">
            <a:solidFill>
              <a:srgbClr val="1C21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2" name="组合 181">
            <a:extLst>
              <a:ext uri="{FF2B5EF4-FFF2-40B4-BE49-F238E27FC236}">
                <a16:creationId xmlns:a16="http://schemas.microsoft.com/office/drawing/2014/main" id="{C65FE2DA-14E2-3436-BFF1-10B26865DC38}"/>
              </a:ext>
            </a:extLst>
          </p:cNvPr>
          <p:cNvGrpSpPr/>
          <p:nvPr/>
        </p:nvGrpSpPr>
        <p:grpSpPr>
          <a:xfrm>
            <a:off x="14977493" y="11791745"/>
            <a:ext cx="2949174" cy="1107997"/>
            <a:chOff x="14977493" y="11791745"/>
            <a:chExt cx="2949174" cy="1107997"/>
          </a:xfrm>
        </p:grpSpPr>
        <p:sp>
          <p:nvSpPr>
            <p:cNvPr id="135" name="矩形: 圆角 40">
              <a:extLst>
                <a:ext uri="{FF2B5EF4-FFF2-40B4-BE49-F238E27FC236}">
                  <a16:creationId xmlns:a16="http://schemas.microsoft.com/office/drawing/2014/main" id="{10E559FE-899F-18CF-A140-9140A1A38E83}"/>
                </a:ext>
              </a:extLst>
            </p:cNvPr>
            <p:cNvSpPr/>
            <p:nvPr/>
          </p:nvSpPr>
          <p:spPr>
            <a:xfrm>
              <a:off x="15018172" y="11791745"/>
              <a:ext cx="2875648" cy="1107997"/>
            </a:xfrm>
            <a:prstGeom prst="roundRect">
              <a:avLst>
                <a:gd name="adj" fmla="val 6347"/>
              </a:avLst>
            </a:prstGeom>
            <a:solidFill>
              <a:schemeClr val="accent1">
                <a:alpha val="0"/>
              </a:schemeClr>
            </a:solidFill>
            <a:ln w="63500">
              <a:solidFill>
                <a:srgbClr val="EC002C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zh-CN" altLang="en-US" sz="1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4703EEE4-32B0-9217-534D-2008D8C75552}"/>
                </a:ext>
              </a:extLst>
            </p:cNvPr>
            <p:cNvSpPr txBox="1"/>
            <p:nvPr/>
          </p:nvSpPr>
          <p:spPr>
            <a:xfrm>
              <a:off x="14977493" y="12098310"/>
              <a:ext cx="294917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1200"/>
                </a:spcBef>
              </a:pPr>
              <a:r>
                <a:rPr lang="zh-CN" altLang="en-US" sz="2000" b="1" dirty="0">
                  <a:latin typeface="Source Sans Pro" panose="020F0502020204030204" pitchFamily="34" charset="0"/>
                </a:rPr>
                <a:t>     </a:t>
              </a:r>
              <a:r>
                <a:rPr lang="en-US" altLang="zh-CN" sz="2000" b="1" dirty="0">
                  <a:latin typeface="Source Sans Pro" panose="020F0502020204030204" pitchFamily="34" charset="0"/>
                </a:rPr>
                <a:t>❌</a:t>
              </a:r>
              <a:r>
                <a:rPr lang="zh-CN" altLang="en-US" sz="2000" b="1" dirty="0">
                  <a:latin typeface="Source Sans Pro" panose="020F0502020204030204" pitchFamily="34" charset="0"/>
                </a:rPr>
                <a:t> </a:t>
              </a:r>
              <a:r>
                <a:rPr lang="en-US" altLang="zh-CN" sz="2000" b="1" dirty="0">
                  <a:latin typeface="Source Sans Pro" panose="020F0502020204030204" pitchFamily="34" charset="0"/>
                </a:rPr>
                <a:t> </a:t>
              </a:r>
              <a:r>
                <a:rPr lang="en-US" altLang="zh-CN" sz="2400" b="1" dirty="0">
                  <a:latin typeface="Source Sans Pro" panose="020F0502020204030204" pitchFamily="34" charset="0"/>
                </a:rPr>
                <a:t>Invalid Patch</a:t>
              </a:r>
              <a:endParaRPr lang="en-US" altLang="zh-CN" sz="2000" b="1" dirty="0">
                <a:latin typeface="Source Sans Pro" panose="020F0502020204030204" pitchFamily="34" charset="0"/>
              </a:endParaRPr>
            </a:p>
          </p:txBody>
        </p:sp>
      </p:grpSp>
      <p:pic>
        <p:nvPicPr>
          <p:cNvPr id="140" name="图片 139">
            <a:extLst>
              <a:ext uri="{FF2B5EF4-FFF2-40B4-BE49-F238E27FC236}">
                <a16:creationId xmlns:a16="http://schemas.microsoft.com/office/drawing/2014/main" id="{A37378DF-0551-3CC3-651D-E2A24A64C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6621274" y="15033490"/>
            <a:ext cx="596900" cy="571500"/>
          </a:xfrm>
          <a:prstGeom prst="rect">
            <a:avLst/>
          </a:prstGeom>
        </p:spPr>
      </p:pic>
      <p:grpSp>
        <p:nvGrpSpPr>
          <p:cNvPr id="187" name="组合 186">
            <a:extLst>
              <a:ext uri="{FF2B5EF4-FFF2-40B4-BE49-F238E27FC236}">
                <a16:creationId xmlns:a16="http://schemas.microsoft.com/office/drawing/2014/main" id="{120EE01B-F946-FBBD-8708-29ED09E571BB}"/>
              </a:ext>
            </a:extLst>
          </p:cNvPr>
          <p:cNvGrpSpPr/>
          <p:nvPr/>
        </p:nvGrpSpPr>
        <p:grpSpPr>
          <a:xfrm>
            <a:off x="15637900" y="14071681"/>
            <a:ext cx="2361969" cy="855393"/>
            <a:chOff x="15637900" y="14071681"/>
            <a:chExt cx="2361969" cy="855393"/>
          </a:xfrm>
        </p:grpSpPr>
        <p:sp>
          <p:nvSpPr>
            <p:cNvPr id="141" name="矩形: 圆角 40">
              <a:extLst>
                <a:ext uri="{FF2B5EF4-FFF2-40B4-BE49-F238E27FC236}">
                  <a16:creationId xmlns:a16="http://schemas.microsoft.com/office/drawing/2014/main" id="{E0A0A538-D4C8-E5F6-6030-B890A531214C}"/>
                </a:ext>
              </a:extLst>
            </p:cNvPr>
            <p:cNvSpPr/>
            <p:nvPr/>
          </p:nvSpPr>
          <p:spPr>
            <a:xfrm>
              <a:off x="15845099" y="14071681"/>
              <a:ext cx="2048721" cy="855393"/>
            </a:xfrm>
            <a:prstGeom prst="roundRect">
              <a:avLst>
                <a:gd name="adj" fmla="val 6347"/>
              </a:avLst>
            </a:prstGeom>
            <a:solidFill>
              <a:schemeClr val="accent1">
                <a:alpha val="0"/>
              </a:schemeClr>
            </a:solidFill>
            <a:ln w="63500">
              <a:solidFill>
                <a:schemeClr val="accent3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zh-CN" altLang="en-US" sz="1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AF1760F9-E2F1-1A51-CD75-5D2A1842583E}"/>
                </a:ext>
              </a:extLst>
            </p:cNvPr>
            <p:cNvSpPr txBox="1"/>
            <p:nvPr/>
          </p:nvSpPr>
          <p:spPr>
            <a:xfrm>
              <a:off x="15637900" y="14297091"/>
              <a:ext cx="236196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1200"/>
                </a:spcBef>
              </a:pPr>
              <a:r>
                <a:rPr lang="zh-CN" altLang="en-US" sz="2000" b="1" dirty="0">
                  <a:latin typeface="Source Sans Pro" panose="020F0502020204030204" pitchFamily="34" charset="0"/>
                </a:rPr>
                <a:t>     </a:t>
              </a:r>
              <a:r>
                <a:rPr lang="en-US" altLang="zh-CN" sz="2000" b="1" dirty="0">
                  <a:latin typeface="Source Sans Pro" panose="020F0502020204030204" pitchFamily="34" charset="0"/>
                </a:rPr>
                <a:t>✅</a:t>
              </a:r>
              <a:r>
                <a:rPr lang="zh-CN" altLang="en-US" sz="2000" b="1" dirty="0">
                  <a:latin typeface="Source Sans Pro" panose="020F0502020204030204" pitchFamily="34" charset="0"/>
                </a:rPr>
                <a:t> </a:t>
              </a:r>
              <a:r>
                <a:rPr lang="en-US" altLang="zh-CN" sz="2400" b="1" dirty="0">
                  <a:latin typeface="Source Sans Pro" panose="020F0502020204030204" pitchFamily="34" charset="0"/>
                </a:rPr>
                <a:t>Valid Patch</a:t>
              </a:r>
              <a:endParaRPr lang="en-US" altLang="zh-CN" sz="2000" b="1" dirty="0">
                <a:latin typeface="Source Sans Pro" panose="020F0502020204030204" pitchFamily="34" charset="0"/>
              </a:endParaRPr>
            </a:p>
          </p:txBody>
        </p:sp>
      </p:grpSp>
      <p:sp>
        <p:nvSpPr>
          <p:cNvPr id="144" name="矩形: 圆角 40">
            <a:extLst>
              <a:ext uri="{FF2B5EF4-FFF2-40B4-BE49-F238E27FC236}">
                <a16:creationId xmlns:a16="http://schemas.microsoft.com/office/drawing/2014/main" id="{629C4A0C-489A-35C3-B3A2-DA85C3307434}"/>
              </a:ext>
            </a:extLst>
          </p:cNvPr>
          <p:cNvSpPr/>
          <p:nvPr/>
        </p:nvSpPr>
        <p:spPr>
          <a:xfrm>
            <a:off x="18756339" y="15503140"/>
            <a:ext cx="3595902" cy="1107997"/>
          </a:xfrm>
          <a:prstGeom prst="roundRect">
            <a:avLst>
              <a:gd name="adj" fmla="val 6347"/>
            </a:avLst>
          </a:prstGeom>
          <a:solidFill>
            <a:schemeClr val="accent1">
              <a:alpha val="0"/>
            </a:schemeClr>
          </a:solidFill>
          <a:ln w="63500">
            <a:solidFill>
              <a:srgbClr val="8FAAD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zh-CN" altLang="en-US" sz="1400" baseline="-25000" dirty="0">
              <a:solidFill>
                <a:schemeClr val="tx1"/>
              </a:solidFill>
            </a:endParaRP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ADA06848-9736-64D5-9B0D-0B45F84C7F1D}"/>
              </a:ext>
            </a:extLst>
          </p:cNvPr>
          <p:cNvSpPr txBox="1"/>
          <p:nvPr/>
        </p:nvSpPr>
        <p:spPr>
          <a:xfrm>
            <a:off x="19403001" y="15490908"/>
            <a:ext cx="294923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en-US" altLang="zh-CN" sz="2800" b="1" i="0" dirty="0">
                <a:effectLst/>
                <a:latin typeface="Source Sans Pro" panose="020F0502020204030204" pitchFamily="34" charset="0"/>
              </a:rPr>
              <a:t>     Participant B</a:t>
            </a:r>
          </a:p>
          <a:p>
            <a:pPr algn="l">
              <a:spcBef>
                <a:spcPts val="1200"/>
              </a:spcBef>
            </a:pPr>
            <a:r>
              <a:rPr lang="en-US" altLang="zh-CN" sz="2800" b="1" i="0" dirty="0">
                <a:effectLst/>
                <a:latin typeface="Source Sans Pro" panose="020F0502020204030204" pitchFamily="34" charset="0"/>
              </a:rPr>
              <a:t>  (Test Generator)</a:t>
            </a:r>
            <a:endParaRPr lang="zh-CN" altLang="en-US" sz="4400" b="1" i="0" dirty="0">
              <a:effectLst/>
              <a:latin typeface="Source Sans Pro" panose="020F0502020204030204" pitchFamily="34" charset="0"/>
            </a:endParaRP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EE2F3896-2E03-EBF4-747A-881CED5A0FB5}"/>
              </a:ext>
            </a:extLst>
          </p:cNvPr>
          <p:cNvSpPr txBox="1"/>
          <p:nvPr/>
        </p:nvSpPr>
        <p:spPr>
          <a:xfrm>
            <a:off x="18810871" y="15773954"/>
            <a:ext cx="7628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/>
              <a:t>🤖</a:t>
            </a:r>
          </a:p>
        </p:txBody>
      </p:sp>
      <p:sp>
        <p:nvSpPr>
          <p:cNvPr id="151" name="圆角矩形 10">
            <a:extLst>
              <a:ext uri="{FF2B5EF4-FFF2-40B4-BE49-F238E27FC236}">
                <a16:creationId xmlns:a16="http://schemas.microsoft.com/office/drawing/2014/main" id="{71F4DAA5-019D-8652-9AF9-5ABB5B976B4B}"/>
              </a:ext>
            </a:extLst>
          </p:cNvPr>
          <p:cNvSpPr/>
          <p:nvPr/>
        </p:nvSpPr>
        <p:spPr>
          <a:xfrm>
            <a:off x="18678402" y="11728064"/>
            <a:ext cx="3673838" cy="1910939"/>
          </a:xfrm>
          <a:custGeom>
            <a:avLst/>
            <a:gdLst>
              <a:gd name="connsiteX0" fmla="*/ 0 w 9135063"/>
              <a:gd name="connsiteY0" fmla="*/ 816116 h 4896600"/>
              <a:gd name="connsiteX1" fmla="*/ 816116 w 9135063"/>
              <a:gd name="connsiteY1" fmla="*/ 0 h 4896600"/>
              <a:gd name="connsiteX2" fmla="*/ 8318947 w 9135063"/>
              <a:gd name="connsiteY2" fmla="*/ 0 h 4896600"/>
              <a:gd name="connsiteX3" fmla="*/ 9135063 w 9135063"/>
              <a:gd name="connsiteY3" fmla="*/ 816116 h 4896600"/>
              <a:gd name="connsiteX4" fmla="*/ 9135063 w 9135063"/>
              <a:gd name="connsiteY4" fmla="*/ 4080484 h 4896600"/>
              <a:gd name="connsiteX5" fmla="*/ 8318947 w 9135063"/>
              <a:gd name="connsiteY5" fmla="*/ 4896600 h 4896600"/>
              <a:gd name="connsiteX6" fmla="*/ 816116 w 9135063"/>
              <a:gd name="connsiteY6" fmla="*/ 4896600 h 4896600"/>
              <a:gd name="connsiteX7" fmla="*/ 0 w 9135063"/>
              <a:gd name="connsiteY7" fmla="*/ 4080484 h 4896600"/>
              <a:gd name="connsiteX8" fmla="*/ 0 w 9135063"/>
              <a:gd name="connsiteY8" fmla="*/ 816116 h 4896600"/>
              <a:gd name="connsiteX0" fmla="*/ 0 w 9135063"/>
              <a:gd name="connsiteY0" fmla="*/ 816116 h 4901880"/>
              <a:gd name="connsiteX1" fmla="*/ 816116 w 9135063"/>
              <a:gd name="connsiteY1" fmla="*/ 0 h 4901880"/>
              <a:gd name="connsiteX2" fmla="*/ 8318947 w 9135063"/>
              <a:gd name="connsiteY2" fmla="*/ 0 h 4901880"/>
              <a:gd name="connsiteX3" fmla="*/ 9135063 w 9135063"/>
              <a:gd name="connsiteY3" fmla="*/ 816116 h 4901880"/>
              <a:gd name="connsiteX4" fmla="*/ 9135063 w 9135063"/>
              <a:gd name="connsiteY4" fmla="*/ 4524621 h 4901880"/>
              <a:gd name="connsiteX5" fmla="*/ 8318947 w 9135063"/>
              <a:gd name="connsiteY5" fmla="*/ 4896600 h 4901880"/>
              <a:gd name="connsiteX6" fmla="*/ 816116 w 9135063"/>
              <a:gd name="connsiteY6" fmla="*/ 4896600 h 4901880"/>
              <a:gd name="connsiteX7" fmla="*/ 0 w 9135063"/>
              <a:gd name="connsiteY7" fmla="*/ 4080484 h 4901880"/>
              <a:gd name="connsiteX8" fmla="*/ 0 w 9135063"/>
              <a:gd name="connsiteY8" fmla="*/ 816116 h 4901880"/>
              <a:gd name="connsiteX0" fmla="*/ 0 w 9135063"/>
              <a:gd name="connsiteY0" fmla="*/ 816116 h 4901880"/>
              <a:gd name="connsiteX1" fmla="*/ 816116 w 9135063"/>
              <a:gd name="connsiteY1" fmla="*/ 0 h 4901880"/>
              <a:gd name="connsiteX2" fmla="*/ 8318947 w 9135063"/>
              <a:gd name="connsiteY2" fmla="*/ 0 h 4901880"/>
              <a:gd name="connsiteX3" fmla="*/ 9135063 w 9135063"/>
              <a:gd name="connsiteY3" fmla="*/ 511316 h 4901880"/>
              <a:gd name="connsiteX4" fmla="*/ 9135063 w 9135063"/>
              <a:gd name="connsiteY4" fmla="*/ 4524621 h 4901880"/>
              <a:gd name="connsiteX5" fmla="*/ 8318947 w 9135063"/>
              <a:gd name="connsiteY5" fmla="*/ 4896600 h 4901880"/>
              <a:gd name="connsiteX6" fmla="*/ 816116 w 9135063"/>
              <a:gd name="connsiteY6" fmla="*/ 4896600 h 4901880"/>
              <a:gd name="connsiteX7" fmla="*/ 0 w 9135063"/>
              <a:gd name="connsiteY7" fmla="*/ 4080484 h 4901880"/>
              <a:gd name="connsiteX8" fmla="*/ 0 w 9135063"/>
              <a:gd name="connsiteY8" fmla="*/ 816116 h 4901880"/>
              <a:gd name="connsiteX0" fmla="*/ 0 w 9135063"/>
              <a:gd name="connsiteY0" fmla="*/ 817088 h 4902852"/>
              <a:gd name="connsiteX1" fmla="*/ 816116 w 9135063"/>
              <a:gd name="connsiteY1" fmla="*/ 972 h 4902852"/>
              <a:gd name="connsiteX2" fmla="*/ 8318947 w 9135063"/>
              <a:gd name="connsiteY2" fmla="*/ 972 h 4902852"/>
              <a:gd name="connsiteX3" fmla="*/ 9135063 w 9135063"/>
              <a:gd name="connsiteY3" fmla="*/ 410688 h 4902852"/>
              <a:gd name="connsiteX4" fmla="*/ 9135063 w 9135063"/>
              <a:gd name="connsiteY4" fmla="*/ 4525593 h 4902852"/>
              <a:gd name="connsiteX5" fmla="*/ 8318947 w 9135063"/>
              <a:gd name="connsiteY5" fmla="*/ 4897572 h 4902852"/>
              <a:gd name="connsiteX6" fmla="*/ 816116 w 9135063"/>
              <a:gd name="connsiteY6" fmla="*/ 4897572 h 4902852"/>
              <a:gd name="connsiteX7" fmla="*/ 0 w 9135063"/>
              <a:gd name="connsiteY7" fmla="*/ 4081456 h 4902852"/>
              <a:gd name="connsiteX8" fmla="*/ 0 w 9135063"/>
              <a:gd name="connsiteY8" fmla="*/ 817088 h 4902852"/>
              <a:gd name="connsiteX0" fmla="*/ 0 w 9135063"/>
              <a:gd name="connsiteY0" fmla="*/ 410688 h 4902852"/>
              <a:gd name="connsiteX1" fmla="*/ 816116 w 9135063"/>
              <a:gd name="connsiteY1" fmla="*/ 972 h 4902852"/>
              <a:gd name="connsiteX2" fmla="*/ 8318947 w 9135063"/>
              <a:gd name="connsiteY2" fmla="*/ 972 h 4902852"/>
              <a:gd name="connsiteX3" fmla="*/ 9135063 w 9135063"/>
              <a:gd name="connsiteY3" fmla="*/ 410688 h 4902852"/>
              <a:gd name="connsiteX4" fmla="*/ 9135063 w 9135063"/>
              <a:gd name="connsiteY4" fmla="*/ 4525593 h 4902852"/>
              <a:gd name="connsiteX5" fmla="*/ 8318947 w 9135063"/>
              <a:gd name="connsiteY5" fmla="*/ 4897572 h 4902852"/>
              <a:gd name="connsiteX6" fmla="*/ 816116 w 9135063"/>
              <a:gd name="connsiteY6" fmla="*/ 4897572 h 4902852"/>
              <a:gd name="connsiteX7" fmla="*/ 0 w 9135063"/>
              <a:gd name="connsiteY7" fmla="*/ 4081456 h 4902852"/>
              <a:gd name="connsiteX8" fmla="*/ 0 w 9135063"/>
              <a:gd name="connsiteY8" fmla="*/ 410688 h 4902852"/>
              <a:gd name="connsiteX0" fmla="*/ 0 w 9135063"/>
              <a:gd name="connsiteY0" fmla="*/ 410688 h 4902852"/>
              <a:gd name="connsiteX1" fmla="*/ 816116 w 9135063"/>
              <a:gd name="connsiteY1" fmla="*/ 972 h 4902852"/>
              <a:gd name="connsiteX2" fmla="*/ 8318947 w 9135063"/>
              <a:gd name="connsiteY2" fmla="*/ 972 h 4902852"/>
              <a:gd name="connsiteX3" fmla="*/ 9135063 w 9135063"/>
              <a:gd name="connsiteY3" fmla="*/ 410688 h 4902852"/>
              <a:gd name="connsiteX4" fmla="*/ 9135063 w 9135063"/>
              <a:gd name="connsiteY4" fmla="*/ 4525593 h 4902852"/>
              <a:gd name="connsiteX5" fmla="*/ 8318947 w 9135063"/>
              <a:gd name="connsiteY5" fmla="*/ 4897572 h 4902852"/>
              <a:gd name="connsiteX6" fmla="*/ 816116 w 9135063"/>
              <a:gd name="connsiteY6" fmla="*/ 4897572 h 4902852"/>
              <a:gd name="connsiteX7" fmla="*/ 0 w 9135063"/>
              <a:gd name="connsiteY7" fmla="*/ 4487856 h 4902852"/>
              <a:gd name="connsiteX8" fmla="*/ 0 w 9135063"/>
              <a:gd name="connsiteY8" fmla="*/ 410688 h 4902852"/>
              <a:gd name="connsiteX0" fmla="*/ 0 w 9135063"/>
              <a:gd name="connsiteY0" fmla="*/ 410688 h 4902852"/>
              <a:gd name="connsiteX1" fmla="*/ 816116 w 9135063"/>
              <a:gd name="connsiteY1" fmla="*/ 972 h 4902852"/>
              <a:gd name="connsiteX2" fmla="*/ 8318947 w 9135063"/>
              <a:gd name="connsiteY2" fmla="*/ 972 h 4902852"/>
              <a:gd name="connsiteX3" fmla="*/ 9135063 w 9135063"/>
              <a:gd name="connsiteY3" fmla="*/ 410688 h 4902852"/>
              <a:gd name="connsiteX4" fmla="*/ 9135063 w 9135063"/>
              <a:gd name="connsiteY4" fmla="*/ 4525593 h 4902852"/>
              <a:gd name="connsiteX5" fmla="*/ 8318947 w 9135063"/>
              <a:gd name="connsiteY5" fmla="*/ 4897572 h 4902852"/>
              <a:gd name="connsiteX6" fmla="*/ 816116 w 9135063"/>
              <a:gd name="connsiteY6" fmla="*/ 4897572 h 4902852"/>
              <a:gd name="connsiteX7" fmla="*/ 0 w 9135063"/>
              <a:gd name="connsiteY7" fmla="*/ 4410035 h 4902852"/>
              <a:gd name="connsiteX8" fmla="*/ 0 w 9135063"/>
              <a:gd name="connsiteY8" fmla="*/ 410688 h 4902852"/>
              <a:gd name="connsiteX0" fmla="*/ 0 w 9135063"/>
              <a:gd name="connsiteY0" fmla="*/ 410688 h 4902852"/>
              <a:gd name="connsiteX1" fmla="*/ 816116 w 9135063"/>
              <a:gd name="connsiteY1" fmla="*/ 972 h 4902852"/>
              <a:gd name="connsiteX2" fmla="*/ 8318947 w 9135063"/>
              <a:gd name="connsiteY2" fmla="*/ 972 h 4902852"/>
              <a:gd name="connsiteX3" fmla="*/ 9135063 w 9135063"/>
              <a:gd name="connsiteY3" fmla="*/ 410688 h 4902852"/>
              <a:gd name="connsiteX4" fmla="*/ 9135063 w 9135063"/>
              <a:gd name="connsiteY4" fmla="*/ 4525593 h 4902852"/>
              <a:gd name="connsiteX5" fmla="*/ 8318947 w 9135063"/>
              <a:gd name="connsiteY5" fmla="*/ 4897572 h 4902852"/>
              <a:gd name="connsiteX6" fmla="*/ 816116 w 9135063"/>
              <a:gd name="connsiteY6" fmla="*/ 4897572 h 4902852"/>
              <a:gd name="connsiteX7" fmla="*/ 0 w 9135063"/>
              <a:gd name="connsiteY7" fmla="*/ 4507311 h 4902852"/>
              <a:gd name="connsiteX8" fmla="*/ 0 w 9135063"/>
              <a:gd name="connsiteY8" fmla="*/ 410688 h 4902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35063" h="4902852">
                <a:moveTo>
                  <a:pt x="0" y="410688"/>
                </a:moveTo>
                <a:cubicBezTo>
                  <a:pt x="0" y="-40040"/>
                  <a:pt x="365388" y="972"/>
                  <a:pt x="816116" y="972"/>
                </a:cubicBezTo>
                <a:lnTo>
                  <a:pt x="8318947" y="972"/>
                </a:lnTo>
                <a:cubicBezTo>
                  <a:pt x="8769675" y="972"/>
                  <a:pt x="9135063" y="-40040"/>
                  <a:pt x="9135063" y="410688"/>
                </a:cubicBezTo>
                <a:lnTo>
                  <a:pt x="9135063" y="4525593"/>
                </a:lnTo>
                <a:cubicBezTo>
                  <a:pt x="9135063" y="4976321"/>
                  <a:pt x="8769675" y="4897572"/>
                  <a:pt x="8318947" y="4897572"/>
                </a:cubicBezTo>
                <a:lnTo>
                  <a:pt x="816116" y="4897572"/>
                </a:lnTo>
                <a:cubicBezTo>
                  <a:pt x="365388" y="4897572"/>
                  <a:pt x="0" y="4958039"/>
                  <a:pt x="0" y="4507311"/>
                </a:cubicBezTo>
                <a:lnTo>
                  <a:pt x="0" y="410688"/>
                </a:lnTo>
                <a:close/>
              </a:path>
            </a:pathLst>
          </a:custGeom>
          <a:solidFill>
            <a:srgbClr val="010409"/>
          </a:solidFill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7D56D01F-EA7C-DBD4-B25A-050E71B2D637}"/>
              </a:ext>
            </a:extLst>
          </p:cNvPr>
          <p:cNvGrpSpPr/>
          <p:nvPr/>
        </p:nvGrpSpPr>
        <p:grpSpPr>
          <a:xfrm>
            <a:off x="18995759" y="12837727"/>
            <a:ext cx="2977641" cy="523746"/>
            <a:chOff x="6207626" y="15140916"/>
            <a:chExt cx="2977641" cy="523746"/>
          </a:xfrm>
        </p:grpSpPr>
        <p:pic>
          <p:nvPicPr>
            <p:cNvPr id="154" name="图片 153">
              <a:extLst>
                <a:ext uri="{FF2B5EF4-FFF2-40B4-BE49-F238E27FC236}">
                  <a16:creationId xmlns:a16="http://schemas.microsoft.com/office/drawing/2014/main" id="{EB4225C5-0811-903A-30DA-AC71062D5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07626" y="15181854"/>
              <a:ext cx="459817" cy="482808"/>
            </a:xfrm>
            <a:prstGeom prst="rect">
              <a:avLst/>
            </a:prstGeom>
          </p:spPr>
        </p:pic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4822F76E-6C6F-350E-1BEF-8BC189280570}"/>
                </a:ext>
              </a:extLst>
            </p:cNvPr>
            <p:cNvSpPr txBox="1"/>
            <p:nvPr/>
          </p:nvSpPr>
          <p:spPr>
            <a:xfrm>
              <a:off x="7431011" y="15140916"/>
              <a:ext cx="175425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800" b="1" dirty="0">
                  <a:solidFill>
                    <a:schemeClr val="bg1"/>
                  </a:solidFill>
                </a:rPr>
                <a:t> Issue</a:t>
              </a:r>
              <a:endParaRPr lang="zh-CN" altLang="en-US" sz="4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6E1AD7EA-FCB6-04E6-7BC1-68851FABDDA7}"/>
              </a:ext>
            </a:extLst>
          </p:cNvPr>
          <p:cNvGrpSpPr/>
          <p:nvPr/>
        </p:nvGrpSpPr>
        <p:grpSpPr>
          <a:xfrm>
            <a:off x="19004954" y="11929021"/>
            <a:ext cx="3154931" cy="523220"/>
            <a:chOff x="6184843" y="14181869"/>
            <a:chExt cx="3154931" cy="523220"/>
          </a:xfrm>
        </p:grpSpPr>
        <p:sp>
          <p:nvSpPr>
            <p:cNvPr id="157" name="文本框 156">
              <a:extLst>
                <a:ext uri="{FF2B5EF4-FFF2-40B4-BE49-F238E27FC236}">
                  <a16:creationId xmlns:a16="http://schemas.microsoft.com/office/drawing/2014/main" id="{26C84707-E5AC-D677-3DB2-F85A93F0EA1C}"/>
                </a:ext>
              </a:extLst>
            </p:cNvPr>
            <p:cNvSpPr txBox="1"/>
            <p:nvPr/>
          </p:nvSpPr>
          <p:spPr>
            <a:xfrm>
              <a:off x="6900348" y="14181869"/>
              <a:ext cx="243942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800" b="1" dirty="0">
                  <a:solidFill>
                    <a:schemeClr val="bg1"/>
                  </a:solidFill>
                </a:rPr>
                <a:t>Code Snippet</a:t>
              </a:r>
              <a:endParaRPr lang="zh-CN" altLang="en-US" sz="4400" b="1" dirty="0">
                <a:solidFill>
                  <a:schemeClr val="bg1"/>
                </a:solidFill>
              </a:endParaRPr>
            </a:p>
          </p:txBody>
        </p:sp>
        <p:pic>
          <p:nvPicPr>
            <p:cNvPr id="158" name="图片 157">
              <a:extLst>
                <a:ext uri="{FF2B5EF4-FFF2-40B4-BE49-F238E27FC236}">
                  <a16:creationId xmlns:a16="http://schemas.microsoft.com/office/drawing/2014/main" id="{F9B1AADE-B3A6-E01F-507A-426A5FE99D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84843" y="14213937"/>
              <a:ext cx="470428" cy="482808"/>
            </a:xfrm>
            <a:prstGeom prst="rect">
              <a:avLst/>
            </a:prstGeom>
          </p:spPr>
        </p:pic>
      </p:grpSp>
      <p:pic>
        <p:nvPicPr>
          <p:cNvPr id="163" name="图片 162">
            <a:extLst>
              <a:ext uri="{FF2B5EF4-FFF2-40B4-BE49-F238E27FC236}">
                <a16:creationId xmlns:a16="http://schemas.microsoft.com/office/drawing/2014/main" id="{1CC49E3E-189C-8946-C215-A5FBAA9F4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0834882" y="14839184"/>
            <a:ext cx="596900" cy="571500"/>
          </a:xfrm>
          <a:prstGeom prst="rect">
            <a:avLst/>
          </a:prstGeom>
        </p:spPr>
      </p:pic>
      <p:cxnSp>
        <p:nvCxnSpPr>
          <p:cNvPr id="149" name="直线连接符 148">
            <a:extLst>
              <a:ext uri="{FF2B5EF4-FFF2-40B4-BE49-F238E27FC236}">
                <a16:creationId xmlns:a16="http://schemas.microsoft.com/office/drawing/2014/main" id="{D4C65181-C6B5-B114-73C7-62D22A217298}"/>
              </a:ext>
            </a:extLst>
          </p:cNvPr>
          <p:cNvCxnSpPr>
            <a:cxnSpLocks/>
          </p:cNvCxnSpPr>
          <p:nvPr/>
        </p:nvCxnSpPr>
        <p:spPr>
          <a:xfrm>
            <a:off x="21144483" y="13746808"/>
            <a:ext cx="0" cy="1299374"/>
          </a:xfrm>
          <a:prstGeom prst="line">
            <a:avLst/>
          </a:prstGeom>
          <a:ln w="71755">
            <a:solidFill>
              <a:srgbClr val="1C21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线连接符 163">
            <a:extLst>
              <a:ext uri="{FF2B5EF4-FFF2-40B4-BE49-F238E27FC236}">
                <a16:creationId xmlns:a16="http://schemas.microsoft.com/office/drawing/2014/main" id="{F84752C9-0BBB-8DBC-AEF9-A9673CEF6FBF}"/>
              </a:ext>
            </a:extLst>
          </p:cNvPr>
          <p:cNvCxnSpPr>
            <a:cxnSpLocks/>
          </p:cNvCxnSpPr>
          <p:nvPr/>
        </p:nvCxnSpPr>
        <p:spPr>
          <a:xfrm flipH="1">
            <a:off x="17959066" y="14527923"/>
            <a:ext cx="1885003" cy="0"/>
          </a:xfrm>
          <a:prstGeom prst="line">
            <a:avLst/>
          </a:prstGeom>
          <a:ln w="71755">
            <a:solidFill>
              <a:srgbClr val="1C21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线连接符 165">
            <a:extLst>
              <a:ext uri="{FF2B5EF4-FFF2-40B4-BE49-F238E27FC236}">
                <a16:creationId xmlns:a16="http://schemas.microsoft.com/office/drawing/2014/main" id="{416A8147-BA6D-F839-A758-8007DCC278F0}"/>
              </a:ext>
            </a:extLst>
          </p:cNvPr>
          <p:cNvCxnSpPr>
            <a:cxnSpLocks/>
          </p:cNvCxnSpPr>
          <p:nvPr/>
        </p:nvCxnSpPr>
        <p:spPr>
          <a:xfrm>
            <a:off x="19842698" y="14493116"/>
            <a:ext cx="0" cy="456755"/>
          </a:xfrm>
          <a:prstGeom prst="line">
            <a:avLst/>
          </a:prstGeom>
          <a:ln w="71755">
            <a:solidFill>
              <a:srgbClr val="1C21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7" name="图片 176">
            <a:extLst>
              <a:ext uri="{FF2B5EF4-FFF2-40B4-BE49-F238E27FC236}">
                <a16:creationId xmlns:a16="http://schemas.microsoft.com/office/drawing/2014/main" id="{75DF60CB-5FF4-06B9-BD4F-2E1596CF3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0263382" y="16703321"/>
            <a:ext cx="596900" cy="571500"/>
          </a:xfrm>
          <a:prstGeom prst="rect">
            <a:avLst/>
          </a:prstGeom>
        </p:spPr>
      </p:pic>
      <p:pic>
        <p:nvPicPr>
          <p:cNvPr id="178" name="图片 177">
            <a:extLst>
              <a:ext uri="{FF2B5EF4-FFF2-40B4-BE49-F238E27FC236}">
                <a16:creationId xmlns:a16="http://schemas.microsoft.com/office/drawing/2014/main" id="{EF4F008A-9861-B2CA-B335-C2FA8D973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5683788" y="18191981"/>
            <a:ext cx="596900" cy="571500"/>
          </a:xfrm>
          <a:prstGeom prst="rect">
            <a:avLst/>
          </a:prstGeom>
        </p:spPr>
      </p:pic>
      <p:grpSp>
        <p:nvGrpSpPr>
          <p:cNvPr id="181" name="组合 180">
            <a:extLst>
              <a:ext uri="{FF2B5EF4-FFF2-40B4-BE49-F238E27FC236}">
                <a16:creationId xmlns:a16="http://schemas.microsoft.com/office/drawing/2014/main" id="{AA7A1D3B-5953-58E6-37B1-BA3F45D0D8A1}"/>
              </a:ext>
            </a:extLst>
          </p:cNvPr>
          <p:cNvGrpSpPr/>
          <p:nvPr/>
        </p:nvGrpSpPr>
        <p:grpSpPr>
          <a:xfrm rot="10800000">
            <a:off x="17051494" y="18200440"/>
            <a:ext cx="571500" cy="2538986"/>
            <a:chOff x="20858733" y="18254107"/>
            <a:chExt cx="571500" cy="2538986"/>
          </a:xfrm>
        </p:grpSpPr>
        <p:pic>
          <p:nvPicPr>
            <p:cNvPr id="179" name="图片 178">
              <a:extLst>
                <a:ext uri="{FF2B5EF4-FFF2-40B4-BE49-F238E27FC236}">
                  <a16:creationId xmlns:a16="http://schemas.microsoft.com/office/drawing/2014/main" id="{897AE08E-E117-35A6-3604-14929F214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20846033" y="18266807"/>
              <a:ext cx="596900" cy="571500"/>
            </a:xfrm>
            <a:prstGeom prst="rect">
              <a:avLst/>
            </a:prstGeom>
          </p:spPr>
        </p:pic>
        <p:cxnSp>
          <p:nvCxnSpPr>
            <p:cNvPr id="180" name="直线连接符 179">
              <a:extLst>
                <a:ext uri="{FF2B5EF4-FFF2-40B4-BE49-F238E27FC236}">
                  <a16:creationId xmlns:a16="http://schemas.microsoft.com/office/drawing/2014/main" id="{880859B9-150F-2E6B-42F4-99F60108D3A0}"/>
                </a:ext>
              </a:extLst>
            </p:cNvPr>
            <p:cNvCxnSpPr>
              <a:cxnSpLocks/>
            </p:cNvCxnSpPr>
            <p:nvPr/>
          </p:nvCxnSpPr>
          <p:spPr>
            <a:xfrm>
              <a:off x="21134072" y="18742817"/>
              <a:ext cx="0" cy="2050276"/>
            </a:xfrm>
            <a:prstGeom prst="line">
              <a:avLst/>
            </a:prstGeom>
            <a:ln w="71755">
              <a:solidFill>
                <a:srgbClr val="1C212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5" name="文本框 184">
            <a:extLst>
              <a:ext uri="{FF2B5EF4-FFF2-40B4-BE49-F238E27FC236}">
                <a16:creationId xmlns:a16="http://schemas.microsoft.com/office/drawing/2014/main" id="{28096049-96B0-5386-C32F-8FACA3A265BB}"/>
              </a:ext>
            </a:extLst>
          </p:cNvPr>
          <p:cNvSpPr txBox="1"/>
          <p:nvPr/>
        </p:nvSpPr>
        <p:spPr>
          <a:xfrm>
            <a:off x="15087057" y="21117773"/>
            <a:ext cx="29491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zh-CN" altLang="en-US" sz="2000" b="1" dirty="0">
                <a:latin typeface="Source Sans Pro" panose="020F0502020204030204" pitchFamily="34" charset="0"/>
              </a:rPr>
              <a:t>     </a:t>
            </a:r>
            <a:r>
              <a:rPr lang="en-US" altLang="zh-CN" sz="2000" b="1" dirty="0">
                <a:latin typeface="Source Sans Pro" panose="020F0502020204030204" pitchFamily="34" charset="0"/>
              </a:rPr>
              <a:t>❌ </a:t>
            </a:r>
            <a:r>
              <a:rPr lang="zh-CN" altLang="en-US" sz="2000" b="1" dirty="0">
                <a:latin typeface="Source Sans Pro" panose="020F0502020204030204" pitchFamily="34" charset="0"/>
              </a:rPr>
              <a:t> </a:t>
            </a:r>
            <a:r>
              <a:rPr lang="en-US" altLang="zh-CN" sz="2400" b="1" dirty="0">
                <a:latin typeface="Source Sans Pro" panose="020F0502020204030204" pitchFamily="34" charset="0"/>
              </a:rPr>
              <a:t>Invalid Test</a:t>
            </a:r>
            <a:endParaRPr lang="en-US" altLang="zh-CN" sz="2000" b="1" dirty="0">
              <a:latin typeface="Source Sans Pro" panose="020F0502020204030204" pitchFamily="34" charset="0"/>
            </a:endParaRPr>
          </a:p>
        </p:txBody>
      </p:sp>
      <p:sp>
        <p:nvSpPr>
          <p:cNvPr id="184" name="矩形: 圆角 40">
            <a:extLst>
              <a:ext uri="{FF2B5EF4-FFF2-40B4-BE49-F238E27FC236}">
                <a16:creationId xmlns:a16="http://schemas.microsoft.com/office/drawing/2014/main" id="{0C04E716-7913-2D01-FAFE-99DA57B180D3}"/>
              </a:ext>
            </a:extLst>
          </p:cNvPr>
          <p:cNvSpPr/>
          <p:nvPr/>
        </p:nvSpPr>
        <p:spPr>
          <a:xfrm>
            <a:off x="15025767" y="20849079"/>
            <a:ext cx="2852624" cy="1107997"/>
          </a:xfrm>
          <a:prstGeom prst="roundRect">
            <a:avLst>
              <a:gd name="adj" fmla="val 6347"/>
            </a:avLst>
          </a:prstGeom>
          <a:solidFill>
            <a:schemeClr val="accent1">
              <a:alpha val="0"/>
            </a:schemeClr>
          </a:solidFill>
          <a:ln w="63500">
            <a:solidFill>
              <a:srgbClr val="8FAADD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zh-CN" altLang="en-US" sz="1400" baseline="-25000" dirty="0">
              <a:solidFill>
                <a:schemeClr val="tx1"/>
              </a:solidFill>
            </a:endParaRPr>
          </a:p>
        </p:txBody>
      </p:sp>
      <p:sp>
        <p:nvSpPr>
          <p:cNvPr id="189" name="矩形: 圆角 40">
            <a:extLst>
              <a:ext uri="{FF2B5EF4-FFF2-40B4-BE49-F238E27FC236}">
                <a16:creationId xmlns:a16="http://schemas.microsoft.com/office/drawing/2014/main" id="{4D85B711-6610-DC1A-35F2-107AF749D59B}"/>
              </a:ext>
            </a:extLst>
          </p:cNvPr>
          <p:cNvSpPr/>
          <p:nvPr/>
        </p:nvSpPr>
        <p:spPr>
          <a:xfrm>
            <a:off x="15025767" y="18807799"/>
            <a:ext cx="1908680" cy="855393"/>
          </a:xfrm>
          <a:prstGeom prst="roundRect">
            <a:avLst>
              <a:gd name="adj" fmla="val 6347"/>
            </a:avLst>
          </a:prstGeom>
          <a:solidFill>
            <a:schemeClr val="accent1">
              <a:alpha val="0"/>
            </a:schemeClr>
          </a:solidFill>
          <a:ln w="6350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zh-CN" altLang="en-US" sz="1400" baseline="-25000" dirty="0">
              <a:solidFill>
                <a:schemeClr val="tx1"/>
              </a:solidFill>
            </a:endParaRP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DAF4EAA3-B074-CB64-E413-299243F5D9F7}"/>
              </a:ext>
            </a:extLst>
          </p:cNvPr>
          <p:cNvSpPr txBox="1"/>
          <p:nvPr/>
        </p:nvSpPr>
        <p:spPr>
          <a:xfrm>
            <a:off x="14801253" y="19033440"/>
            <a:ext cx="23619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zh-CN" altLang="en-US" sz="2000" b="1" dirty="0">
                <a:latin typeface="Source Sans Pro" panose="020F0502020204030204" pitchFamily="34" charset="0"/>
              </a:rPr>
              <a:t>     </a:t>
            </a:r>
            <a:r>
              <a:rPr lang="en-US" altLang="zh-CN" sz="2000" b="1" dirty="0">
                <a:latin typeface="Source Sans Pro" panose="020F0502020204030204" pitchFamily="34" charset="0"/>
              </a:rPr>
              <a:t>✅</a:t>
            </a:r>
            <a:r>
              <a:rPr lang="zh-CN" altLang="en-US" sz="2000" b="1" dirty="0">
                <a:latin typeface="Source Sans Pro" panose="020F0502020204030204" pitchFamily="34" charset="0"/>
              </a:rPr>
              <a:t> </a:t>
            </a:r>
            <a:r>
              <a:rPr lang="en-US" altLang="zh-CN" sz="2400" b="1" dirty="0">
                <a:latin typeface="Source Sans Pro" panose="020F0502020204030204" pitchFamily="34" charset="0"/>
              </a:rPr>
              <a:t>Valid Test</a:t>
            </a:r>
            <a:endParaRPr lang="en-US" altLang="zh-CN" sz="2000" b="1" dirty="0">
              <a:latin typeface="Source Sans Pro" panose="020F0502020204030204" pitchFamily="34" charset="0"/>
            </a:endParaRPr>
          </a:p>
        </p:txBody>
      </p:sp>
      <p:sp>
        <p:nvSpPr>
          <p:cNvPr id="191" name="圆角矩形 10">
            <a:extLst>
              <a:ext uri="{FF2B5EF4-FFF2-40B4-BE49-F238E27FC236}">
                <a16:creationId xmlns:a16="http://schemas.microsoft.com/office/drawing/2014/main" id="{A3FC9463-7DD0-C436-154F-638F17208B93}"/>
              </a:ext>
            </a:extLst>
          </p:cNvPr>
          <p:cNvSpPr/>
          <p:nvPr/>
        </p:nvSpPr>
        <p:spPr>
          <a:xfrm>
            <a:off x="18724913" y="17304673"/>
            <a:ext cx="3673838" cy="4676887"/>
          </a:xfrm>
          <a:custGeom>
            <a:avLst/>
            <a:gdLst>
              <a:gd name="connsiteX0" fmla="*/ 0 w 9135063"/>
              <a:gd name="connsiteY0" fmla="*/ 816116 h 4896600"/>
              <a:gd name="connsiteX1" fmla="*/ 816116 w 9135063"/>
              <a:gd name="connsiteY1" fmla="*/ 0 h 4896600"/>
              <a:gd name="connsiteX2" fmla="*/ 8318947 w 9135063"/>
              <a:gd name="connsiteY2" fmla="*/ 0 h 4896600"/>
              <a:gd name="connsiteX3" fmla="*/ 9135063 w 9135063"/>
              <a:gd name="connsiteY3" fmla="*/ 816116 h 4896600"/>
              <a:gd name="connsiteX4" fmla="*/ 9135063 w 9135063"/>
              <a:gd name="connsiteY4" fmla="*/ 4080484 h 4896600"/>
              <a:gd name="connsiteX5" fmla="*/ 8318947 w 9135063"/>
              <a:gd name="connsiteY5" fmla="*/ 4896600 h 4896600"/>
              <a:gd name="connsiteX6" fmla="*/ 816116 w 9135063"/>
              <a:gd name="connsiteY6" fmla="*/ 4896600 h 4896600"/>
              <a:gd name="connsiteX7" fmla="*/ 0 w 9135063"/>
              <a:gd name="connsiteY7" fmla="*/ 4080484 h 4896600"/>
              <a:gd name="connsiteX8" fmla="*/ 0 w 9135063"/>
              <a:gd name="connsiteY8" fmla="*/ 816116 h 4896600"/>
              <a:gd name="connsiteX0" fmla="*/ 0 w 9135063"/>
              <a:gd name="connsiteY0" fmla="*/ 816116 h 4901880"/>
              <a:gd name="connsiteX1" fmla="*/ 816116 w 9135063"/>
              <a:gd name="connsiteY1" fmla="*/ 0 h 4901880"/>
              <a:gd name="connsiteX2" fmla="*/ 8318947 w 9135063"/>
              <a:gd name="connsiteY2" fmla="*/ 0 h 4901880"/>
              <a:gd name="connsiteX3" fmla="*/ 9135063 w 9135063"/>
              <a:gd name="connsiteY3" fmla="*/ 816116 h 4901880"/>
              <a:gd name="connsiteX4" fmla="*/ 9135063 w 9135063"/>
              <a:gd name="connsiteY4" fmla="*/ 4524621 h 4901880"/>
              <a:gd name="connsiteX5" fmla="*/ 8318947 w 9135063"/>
              <a:gd name="connsiteY5" fmla="*/ 4896600 h 4901880"/>
              <a:gd name="connsiteX6" fmla="*/ 816116 w 9135063"/>
              <a:gd name="connsiteY6" fmla="*/ 4896600 h 4901880"/>
              <a:gd name="connsiteX7" fmla="*/ 0 w 9135063"/>
              <a:gd name="connsiteY7" fmla="*/ 4080484 h 4901880"/>
              <a:gd name="connsiteX8" fmla="*/ 0 w 9135063"/>
              <a:gd name="connsiteY8" fmla="*/ 816116 h 4901880"/>
              <a:gd name="connsiteX0" fmla="*/ 0 w 9135063"/>
              <a:gd name="connsiteY0" fmla="*/ 816116 h 4901880"/>
              <a:gd name="connsiteX1" fmla="*/ 816116 w 9135063"/>
              <a:gd name="connsiteY1" fmla="*/ 0 h 4901880"/>
              <a:gd name="connsiteX2" fmla="*/ 8318947 w 9135063"/>
              <a:gd name="connsiteY2" fmla="*/ 0 h 4901880"/>
              <a:gd name="connsiteX3" fmla="*/ 9135063 w 9135063"/>
              <a:gd name="connsiteY3" fmla="*/ 511316 h 4901880"/>
              <a:gd name="connsiteX4" fmla="*/ 9135063 w 9135063"/>
              <a:gd name="connsiteY4" fmla="*/ 4524621 h 4901880"/>
              <a:gd name="connsiteX5" fmla="*/ 8318947 w 9135063"/>
              <a:gd name="connsiteY5" fmla="*/ 4896600 h 4901880"/>
              <a:gd name="connsiteX6" fmla="*/ 816116 w 9135063"/>
              <a:gd name="connsiteY6" fmla="*/ 4896600 h 4901880"/>
              <a:gd name="connsiteX7" fmla="*/ 0 w 9135063"/>
              <a:gd name="connsiteY7" fmla="*/ 4080484 h 4901880"/>
              <a:gd name="connsiteX8" fmla="*/ 0 w 9135063"/>
              <a:gd name="connsiteY8" fmla="*/ 816116 h 4901880"/>
              <a:gd name="connsiteX0" fmla="*/ 0 w 9135063"/>
              <a:gd name="connsiteY0" fmla="*/ 817088 h 4902852"/>
              <a:gd name="connsiteX1" fmla="*/ 816116 w 9135063"/>
              <a:gd name="connsiteY1" fmla="*/ 972 h 4902852"/>
              <a:gd name="connsiteX2" fmla="*/ 8318947 w 9135063"/>
              <a:gd name="connsiteY2" fmla="*/ 972 h 4902852"/>
              <a:gd name="connsiteX3" fmla="*/ 9135063 w 9135063"/>
              <a:gd name="connsiteY3" fmla="*/ 410688 h 4902852"/>
              <a:gd name="connsiteX4" fmla="*/ 9135063 w 9135063"/>
              <a:gd name="connsiteY4" fmla="*/ 4525593 h 4902852"/>
              <a:gd name="connsiteX5" fmla="*/ 8318947 w 9135063"/>
              <a:gd name="connsiteY5" fmla="*/ 4897572 h 4902852"/>
              <a:gd name="connsiteX6" fmla="*/ 816116 w 9135063"/>
              <a:gd name="connsiteY6" fmla="*/ 4897572 h 4902852"/>
              <a:gd name="connsiteX7" fmla="*/ 0 w 9135063"/>
              <a:gd name="connsiteY7" fmla="*/ 4081456 h 4902852"/>
              <a:gd name="connsiteX8" fmla="*/ 0 w 9135063"/>
              <a:gd name="connsiteY8" fmla="*/ 817088 h 4902852"/>
              <a:gd name="connsiteX0" fmla="*/ 0 w 9135063"/>
              <a:gd name="connsiteY0" fmla="*/ 410688 h 4902852"/>
              <a:gd name="connsiteX1" fmla="*/ 816116 w 9135063"/>
              <a:gd name="connsiteY1" fmla="*/ 972 h 4902852"/>
              <a:gd name="connsiteX2" fmla="*/ 8318947 w 9135063"/>
              <a:gd name="connsiteY2" fmla="*/ 972 h 4902852"/>
              <a:gd name="connsiteX3" fmla="*/ 9135063 w 9135063"/>
              <a:gd name="connsiteY3" fmla="*/ 410688 h 4902852"/>
              <a:gd name="connsiteX4" fmla="*/ 9135063 w 9135063"/>
              <a:gd name="connsiteY4" fmla="*/ 4525593 h 4902852"/>
              <a:gd name="connsiteX5" fmla="*/ 8318947 w 9135063"/>
              <a:gd name="connsiteY5" fmla="*/ 4897572 h 4902852"/>
              <a:gd name="connsiteX6" fmla="*/ 816116 w 9135063"/>
              <a:gd name="connsiteY6" fmla="*/ 4897572 h 4902852"/>
              <a:gd name="connsiteX7" fmla="*/ 0 w 9135063"/>
              <a:gd name="connsiteY7" fmla="*/ 4081456 h 4902852"/>
              <a:gd name="connsiteX8" fmla="*/ 0 w 9135063"/>
              <a:gd name="connsiteY8" fmla="*/ 410688 h 4902852"/>
              <a:gd name="connsiteX0" fmla="*/ 0 w 9135063"/>
              <a:gd name="connsiteY0" fmla="*/ 410688 h 4902852"/>
              <a:gd name="connsiteX1" fmla="*/ 816116 w 9135063"/>
              <a:gd name="connsiteY1" fmla="*/ 972 h 4902852"/>
              <a:gd name="connsiteX2" fmla="*/ 8318947 w 9135063"/>
              <a:gd name="connsiteY2" fmla="*/ 972 h 4902852"/>
              <a:gd name="connsiteX3" fmla="*/ 9135063 w 9135063"/>
              <a:gd name="connsiteY3" fmla="*/ 410688 h 4902852"/>
              <a:gd name="connsiteX4" fmla="*/ 9135063 w 9135063"/>
              <a:gd name="connsiteY4" fmla="*/ 4525593 h 4902852"/>
              <a:gd name="connsiteX5" fmla="*/ 8318947 w 9135063"/>
              <a:gd name="connsiteY5" fmla="*/ 4897572 h 4902852"/>
              <a:gd name="connsiteX6" fmla="*/ 816116 w 9135063"/>
              <a:gd name="connsiteY6" fmla="*/ 4897572 h 4902852"/>
              <a:gd name="connsiteX7" fmla="*/ 0 w 9135063"/>
              <a:gd name="connsiteY7" fmla="*/ 4487856 h 4902852"/>
              <a:gd name="connsiteX8" fmla="*/ 0 w 9135063"/>
              <a:gd name="connsiteY8" fmla="*/ 410688 h 4902852"/>
              <a:gd name="connsiteX0" fmla="*/ 0 w 9135063"/>
              <a:gd name="connsiteY0" fmla="*/ 410688 h 4902852"/>
              <a:gd name="connsiteX1" fmla="*/ 816116 w 9135063"/>
              <a:gd name="connsiteY1" fmla="*/ 972 h 4902852"/>
              <a:gd name="connsiteX2" fmla="*/ 8318947 w 9135063"/>
              <a:gd name="connsiteY2" fmla="*/ 972 h 4902852"/>
              <a:gd name="connsiteX3" fmla="*/ 9135063 w 9135063"/>
              <a:gd name="connsiteY3" fmla="*/ 410688 h 4902852"/>
              <a:gd name="connsiteX4" fmla="*/ 9135063 w 9135063"/>
              <a:gd name="connsiteY4" fmla="*/ 4525593 h 4902852"/>
              <a:gd name="connsiteX5" fmla="*/ 8318947 w 9135063"/>
              <a:gd name="connsiteY5" fmla="*/ 4897572 h 4902852"/>
              <a:gd name="connsiteX6" fmla="*/ 816116 w 9135063"/>
              <a:gd name="connsiteY6" fmla="*/ 4897572 h 4902852"/>
              <a:gd name="connsiteX7" fmla="*/ 0 w 9135063"/>
              <a:gd name="connsiteY7" fmla="*/ 4410035 h 4902852"/>
              <a:gd name="connsiteX8" fmla="*/ 0 w 9135063"/>
              <a:gd name="connsiteY8" fmla="*/ 410688 h 4902852"/>
              <a:gd name="connsiteX0" fmla="*/ 0 w 9135063"/>
              <a:gd name="connsiteY0" fmla="*/ 410688 h 4902852"/>
              <a:gd name="connsiteX1" fmla="*/ 816116 w 9135063"/>
              <a:gd name="connsiteY1" fmla="*/ 972 h 4902852"/>
              <a:gd name="connsiteX2" fmla="*/ 8318947 w 9135063"/>
              <a:gd name="connsiteY2" fmla="*/ 972 h 4902852"/>
              <a:gd name="connsiteX3" fmla="*/ 9135063 w 9135063"/>
              <a:gd name="connsiteY3" fmla="*/ 410688 h 4902852"/>
              <a:gd name="connsiteX4" fmla="*/ 9135063 w 9135063"/>
              <a:gd name="connsiteY4" fmla="*/ 4525593 h 4902852"/>
              <a:gd name="connsiteX5" fmla="*/ 8318947 w 9135063"/>
              <a:gd name="connsiteY5" fmla="*/ 4897572 h 4902852"/>
              <a:gd name="connsiteX6" fmla="*/ 816116 w 9135063"/>
              <a:gd name="connsiteY6" fmla="*/ 4897572 h 4902852"/>
              <a:gd name="connsiteX7" fmla="*/ 0 w 9135063"/>
              <a:gd name="connsiteY7" fmla="*/ 4507311 h 4902852"/>
              <a:gd name="connsiteX8" fmla="*/ 0 w 9135063"/>
              <a:gd name="connsiteY8" fmla="*/ 410688 h 4902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35063" h="4902852">
                <a:moveTo>
                  <a:pt x="0" y="410688"/>
                </a:moveTo>
                <a:cubicBezTo>
                  <a:pt x="0" y="-40040"/>
                  <a:pt x="365388" y="972"/>
                  <a:pt x="816116" y="972"/>
                </a:cubicBezTo>
                <a:lnTo>
                  <a:pt x="8318947" y="972"/>
                </a:lnTo>
                <a:cubicBezTo>
                  <a:pt x="8769675" y="972"/>
                  <a:pt x="9135063" y="-40040"/>
                  <a:pt x="9135063" y="410688"/>
                </a:cubicBezTo>
                <a:lnTo>
                  <a:pt x="9135063" y="4525593"/>
                </a:lnTo>
                <a:cubicBezTo>
                  <a:pt x="9135063" y="4976321"/>
                  <a:pt x="8769675" y="4897572"/>
                  <a:pt x="8318947" y="4897572"/>
                </a:cubicBezTo>
                <a:lnTo>
                  <a:pt x="816116" y="4897572"/>
                </a:lnTo>
                <a:cubicBezTo>
                  <a:pt x="365388" y="4897572"/>
                  <a:pt x="0" y="4958039"/>
                  <a:pt x="0" y="4507311"/>
                </a:cubicBezTo>
                <a:lnTo>
                  <a:pt x="0" y="410688"/>
                </a:lnTo>
                <a:close/>
              </a:path>
            </a:pathLst>
          </a:custGeom>
          <a:solidFill>
            <a:srgbClr val="010409"/>
          </a:solidFill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D6E0070A-6B59-CC55-B68A-EFB74B738E6E}"/>
              </a:ext>
            </a:extLst>
          </p:cNvPr>
          <p:cNvSpPr txBox="1"/>
          <p:nvPr/>
        </p:nvSpPr>
        <p:spPr>
          <a:xfrm>
            <a:off x="18810872" y="18378992"/>
            <a:ext cx="35413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def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test_reduce_dataset_invalid_o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perations():</a:t>
            </a:r>
          </a:p>
          <a:p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def test_reduce_dataset_invalid_m emory_allocation_float(memory_allocation: float):</a:t>
            </a:r>
          </a:p>
          <a:p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def test_validate_dataset_compre ssion_arg_raises_error_with_bad_methods_type(methods: Any,):</a:t>
            </a:r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18D82EA7-F05B-B872-C749-23881B94773C}"/>
              </a:ext>
            </a:extLst>
          </p:cNvPr>
          <p:cNvSpPr txBox="1"/>
          <p:nvPr/>
        </p:nvSpPr>
        <p:spPr>
          <a:xfrm>
            <a:off x="19430763" y="17399179"/>
            <a:ext cx="29214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en-US" altLang="zh-CN" sz="2800" b="1" dirty="0">
                <a:solidFill>
                  <a:schemeClr val="bg1"/>
                </a:solidFill>
                <a:latin typeface="Source Sans Pro" panose="020F0502020204030204" pitchFamily="34" charset="0"/>
              </a:rPr>
              <a:t>Generated Test</a:t>
            </a:r>
            <a:endParaRPr lang="zh-CN" altLang="en-US" sz="4400" b="1" i="0" dirty="0">
              <a:solidFill>
                <a:schemeClr val="bg1"/>
              </a:solidFill>
              <a:effectLst/>
              <a:latin typeface="Source Sans Pro" panose="020F0502020204030204" pitchFamily="34" charset="0"/>
            </a:endParaRPr>
          </a:p>
        </p:txBody>
      </p:sp>
      <p:pic>
        <p:nvPicPr>
          <p:cNvPr id="194" name="图片 193">
            <a:extLst>
              <a:ext uri="{FF2B5EF4-FFF2-40B4-BE49-F238E27FC236}">
                <a16:creationId xmlns:a16="http://schemas.microsoft.com/office/drawing/2014/main" id="{9271749A-87C3-60AC-B268-BB4A62DFDE5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901567" y="17428297"/>
            <a:ext cx="501434" cy="501434"/>
          </a:xfrm>
          <a:prstGeom prst="rect">
            <a:avLst/>
          </a:prstGeom>
        </p:spPr>
      </p:pic>
      <p:pic>
        <p:nvPicPr>
          <p:cNvPr id="195" name="图片 194">
            <a:extLst>
              <a:ext uri="{FF2B5EF4-FFF2-40B4-BE49-F238E27FC236}">
                <a16:creationId xmlns:a16="http://schemas.microsoft.com/office/drawing/2014/main" id="{BFF7B711-3DEE-E2FB-6174-6CB561FAD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8016990" y="17414995"/>
            <a:ext cx="596900" cy="571500"/>
          </a:xfrm>
          <a:prstGeom prst="rect">
            <a:avLst/>
          </a:prstGeom>
        </p:spPr>
      </p:pic>
      <p:sp>
        <p:nvSpPr>
          <p:cNvPr id="5" name="圆角矩形 10">
            <a:extLst>
              <a:ext uri="{FF2B5EF4-FFF2-40B4-BE49-F238E27FC236}">
                <a16:creationId xmlns:a16="http://schemas.microsoft.com/office/drawing/2014/main" id="{76A73A93-8BE9-EB7C-19EE-E77AAAAFA5A8}"/>
              </a:ext>
            </a:extLst>
          </p:cNvPr>
          <p:cNvSpPr/>
          <p:nvPr/>
        </p:nvSpPr>
        <p:spPr>
          <a:xfrm>
            <a:off x="10317491" y="17309197"/>
            <a:ext cx="3980427" cy="1825238"/>
          </a:xfrm>
          <a:custGeom>
            <a:avLst/>
            <a:gdLst>
              <a:gd name="connsiteX0" fmla="*/ 0 w 9135063"/>
              <a:gd name="connsiteY0" fmla="*/ 816116 h 4896600"/>
              <a:gd name="connsiteX1" fmla="*/ 816116 w 9135063"/>
              <a:gd name="connsiteY1" fmla="*/ 0 h 4896600"/>
              <a:gd name="connsiteX2" fmla="*/ 8318947 w 9135063"/>
              <a:gd name="connsiteY2" fmla="*/ 0 h 4896600"/>
              <a:gd name="connsiteX3" fmla="*/ 9135063 w 9135063"/>
              <a:gd name="connsiteY3" fmla="*/ 816116 h 4896600"/>
              <a:gd name="connsiteX4" fmla="*/ 9135063 w 9135063"/>
              <a:gd name="connsiteY4" fmla="*/ 4080484 h 4896600"/>
              <a:gd name="connsiteX5" fmla="*/ 8318947 w 9135063"/>
              <a:gd name="connsiteY5" fmla="*/ 4896600 h 4896600"/>
              <a:gd name="connsiteX6" fmla="*/ 816116 w 9135063"/>
              <a:gd name="connsiteY6" fmla="*/ 4896600 h 4896600"/>
              <a:gd name="connsiteX7" fmla="*/ 0 w 9135063"/>
              <a:gd name="connsiteY7" fmla="*/ 4080484 h 4896600"/>
              <a:gd name="connsiteX8" fmla="*/ 0 w 9135063"/>
              <a:gd name="connsiteY8" fmla="*/ 816116 h 4896600"/>
              <a:gd name="connsiteX0" fmla="*/ 0 w 9135063"/>
              <a:gd name="connsiteY0" fmla="*/ 816116 h 4901880"/>
              <a:gd name="connsiteX1" fmla="*/ 816116 w 9135063"/>
              <a:gd name="connsiteY1" fmla="*/ 0 h 4901880"/>
              <a:gd name="connsiteX2" fmla="*/ 8318947 w 9135063"/>
              <a:gd name="connsiteY2" fmla="*/ 0 h 4901880"/>
              <a:gd name="connsiteX3" fmla="*/ 9135063 w 9135063"/>
              <a:gd name="connsiteY3" fmla="*/ 816116 h 4901880"/>
              <a:gd name="connsiteX4" fmla="*/ 9135063 w 9135063"/>
              <a:gd name="connsiteY4" fmla="*/ 4524621 h 4901880"/>
              <a:gd name="connsiteX5" fmla="*/ 8318947 w 9135063"/>
              <a:gd name="connsiteY5" fmla="*/ 4896600 h 4901880"/>
              <a:gd name="connsiteX6" fmla="*/ 816116 w 9135063"/>
              <a:gd name="connsiteY6" fmla="*/ 4896600 h 4901880"/>
              <a:gd name="connsiteX7" fmla="*/ 0 w 9135063"/>
              <a:gd name="connsiteY7" fmla="*/ 4080484 h 4901880"/>
              <a:gd name="connsiteX8" fmla="*/ 0 w 9135063"/>
              <a:gd name="connsiteY8" fmla="*/ 816116 h 4901880"/>
              <a:gd name="connsiteX0" fmla="*/ 0 w 9135063"/>
              <a:gd name="connsiteY0" fmla="*/ 816116 h 4901880"/>
              <a:gd name="connsiteX1" fmla="*/ 816116 w 9135063"/>
              <a:gd name="connsiteY1" fmla="*/ 0 h 4901880"/>
              <a:gd name="connsiteX2" fmla="*/ 8318947 w 9135063"/>
              <a:gd name="connsiteY2" fmla="*/ 0 h 4901880"/>
              <a:gd name="connsiteX3" fmla="*/ 9135063 w 9135063"/>
              <a:gd name="connsiteY3" fmla="*/ 511316 h 4901880"/>
              <a:gd name="connsiteX4" fmla="*/ 9135063 w 9135063"/>
              <a:gd name="connsiteY4" fmla="*/ 4524621 h 4901880"/>
              <a:gd name="connsiteX5" fmla="*/ 8318947 w 9135063"/>
              <a:gd name="connsiteY5" fmla="*/ 4896600 h 4901880"/>
              <a:gd name="connsiteX6" fmla="*/ 816116 w 9135063"/>
              <a:gd name="connsiteY6" fmla="*/ 4896600 h 4901880"/>
              <a:gd name="connsiteX7" fmla="*/ 0 w 9135063"/>
              <a:gd name="connsiteY7" fmla="*/ 4080484 h 4901880"/>
              <a:gd name="connsiteX8" fmla="*/ 0 w 9135063"/>
              <a:gd name="connsiteY8" fmla="*/ 816116 h 4901880"/>
              <a:gd name="connsiteX0" fmla="*/ 0 w 9135063"/>
              <a:gd name="connsiteY0" fmla="*/ 817088 h 4902852"/>
              <a:gd name="connsiteX1" fmla="*/ 816116 w 9135063"/>
              <a:gd name="connsiteY1" fmla="*/ 972 h 4902852"/>
              <a:gd name="connsiteX2" fmla="*/ 8318947 w 9135063"/>
              <a:gd name="connsiteY2" fmla="*/ 972 h 4902852"/>
              <a:gd name="connsiteX3" fmla="*/ 9135063 w 9135063"/>
              <a:gd name="connsiteY3" fmla="*/ 410688 h 4902852"/>
              <a:gd name="connsiteX4" fmla="*/ 9135063 w 9135063"/>
              <a:gd name="connsiteY4" fmla="*/ 4525593 h 4902852"/>
              <a:gd name="connsiteX5" fmla="*/ 8318947 w 9135063"/>
              <a:gd name="connsiteY5" fmla="*/ 4897572 h 4902852"/>
              <a:gd name="connsiteX6" fmla="*/ 816116 w 9135063"/>
              <a:gd name="connsiteY6" fmla="*/ 4897572 h 4902852"/>
              <a:gd name="connsiteX7" fmla="*/ 0 w 9135063"/>
              <a:gd name="connsiteY7" fmla="*/ 4081456 h 4902852"/>
              <a:gd name="connsiteX8" fmla="*/ 0 w 9135063"/>
              <a:gd name="connsiteY8" fmla="*/ 817088 h 4902852"/>
              <a:gd name="connsiteX0" fmla="*/ 0 w 9135063"/>
              <a:gd name="connsiteY0" fmla="*/ 410688 h 4902852"/>
              <a:gd name="connsiteX1" fmla="*/ 816116 w 9135063"/>
              <a:gd name="connsiteY1" fmla="*/ 972 h 4902852"/>
              <a:gd name="connsiteX2" fmla="*/ 8318947 w 9135063"/>
              <a:gd name="connsiteY2" fmla="*/ 972 h 4902852"/>
              <a:gd name="connsiteX3" fmla="*/ 9135063 w 9135063"/>
              <a:gd name="connsiteY3" fmla="*/ 410688 h 4902852"/>
              <a:gd name="connsiteX4" fmla="*/ 9135063 w 9135063"/>
              <a:gd name="connsiteY4" fmla="*/ 4525593 h 4902852"/>
              <a:gd name="connsiteX5" fmla="*/ 8318947 w 9135063"/>
              <a:gd name="connsiteY5" fmla="*/ 4897572 h 4902852"/>
              <a:gd name="connsiteX6" fmla="*/ 816116 w 9135063"/>
              <a:gd name="connsiteY6" fmla="*/ 4897572 h 4902852"/>
              <a:gd name="connsiteX7" fmla="*/ 0 w 9135063"/>
              <a:gd name="connsiteY7" fmla="*/ 4081456 h 4902852"/>
              <a:gd name="connsiteX8" fmla="*/ 0 w 9135063"/>
              <a:gd name="connsiteY8" fmla="*/ 410688 h 4902852"/>
              <a:gd name="connsiteX0" fmla="*/ 0 w 9135063"/>
              <a:gd name="connsiteY0" fmla="*/ 410688 h 4902852"/>
              <a:gd name="connsiteX1" fmla="*/ 816116 w 9135063"/>
              <a:gd name="connsiteY1" fmla="*/ 972 h 4902852"/>
              <a:gd name="connsiteX2" fmla="*/ 8318947 w 9135063"/>
              <a:gd name="connsiteY2" fmla="*/ 972 h 4902852"/>
              <a:gd name="connsiteX3" fmla="*/ 9135063 w 9135063"/>
              <a:gd name="connsiteY3" fmla="*/ 410688 h 4902852"/>
              <a:gd name="connsiteX4" fmla="*/ 9135063 w 9135063"/>
              <a:gd name="connsiteY4" fmla="*/ 4525593 h 4902852"/>
              <a:gd name="connsiteX5" fmla="*/ 8318947 w 9135063"/>
              <a:gd name="connsiteY5" fmla="*/ 4897572 h 4902852"/>
              <a:gd name="connsiteX6" fmla="*/ 816116 w 9135063"/>
              <a:gd name="connsiteY6" fmla="*/ 4897572 h 4902852"/>
              <a:gd name="connsiteX7" fmla="*/ 0 w 9135063"/>
              <a:gd name="connsiteY7" fmla="*/ 4487856 h 4902852"/>
              <a:gd name="connsiteX8" fmla="*/ 0 w 9135063"/>
              <a:gd name="connsiteY8" fmla="*/ 410688 h 4902852"/>
              <a:gd name="connsiteX0" fmla="*/ 0 w 9135063"/>
              <a:gd name="connsiteY0" fmla="*/ 410688 h 4902852"/>
              <a:gd name="connsiteX1" fmla="*/ 816116 w 9135063"/>
              <a:gd name="connsiteY1" fmla="*/ 972 h 4902852"/>
              <a:gd name="connsiteX2" fmla="*/ 8318947 w 9135063"/>
              <a:gd name="connsiteY2" fmla="*/ 972 h 4902852"/>
              <a:gd name="connsiteX3" fmla="*/ 9135063 w 9135063"/>
              <a:gd name="connsiteY3" fmla="*/ 410688 h 4902852"/>
              <a:gd name="connsiteX4" fmla="*/ 9135063 w 9135063"/>
              <a:gd name="connsiteY4" fmla="*/ 4525593 h 4902852"/>
              <a:gd name="connsiteX5" fmla="*/ 8318947 w 9135063"/>
              <a:gd name="connsiteY5" fmla="*/ 4897572 h 4902852"/>
              <a:gd name="connsiteX6" fmla="*/ 816116 w 9135063"/>
              <a:gd name="connsiteY6" fmla="*/ 4897572 h 4902852"/>
              <a:gd name="connsiteX7" fmla="*/ 0 w 9135063"/>
              <a:gd name="connsiteY7" fmla="*/ 4410035 h 4902852"/>
              <a:gd name="connsiteX8" fmla="*/ 0 w 9135063"/>
              <a:gd name="connsiteY8" fmla="*/ 410688 h 4902852"/>
              <a:gd name="connsiteX0" fmla="*/ 0 w 9135063"/>
              <a:gd name="connsiteY0" fmla="*/ 410688 h 4902852"/>
              <a:gd name="connsiteX1" fmla="*/ 816116 w 9135063"/>
              <a:gd name="connsiteY1" fmla="*/ 972 h 4902852"/>
              <a:gd name="connsiteX2" fmla="*/ 8318947 w 9135063"/>
              <a:gd name="connsiteY2" fmla="*/ 972 h 4902852"/>
              <a:gd name="connsiteX3" fmla="*/ 9135063 w 9135063"/>
              <a:gd name="connsiteY3" fmla="*/ 410688 h 4902852"/>
              <a:gd name="connsiteX4" fmla="*/ 9135063 w 9135063"/>
              <a:gd name="connsiteY4" fmla="*/ 4525593 h 4902852"/>
              <a:gd name="connsiteX5" fmla="*/ 8318947 w 9135063"/>
              <a:gd name="connsiteY5" fmla="*/ 4897572 h 4902852"/>
              <a:gd name="connsiteX6" fmla="*/ 816116 w 9135063"/>
              <a:gd name="connsiteY6" fmla="*/ 4897572 h 4902852"/>
              <a:gd name="connsiteX7" fmla="*/ 0 w 9135063"/>
              <a:gd name="connsiteY7" fmla="*/ 4507311 h 4902852"/>
              <a:gd name="connsiteX8" fmla="*/ 0 w 9135063"/>
              <a:gd name="connsiteY8" fmla="*/ 410688 h 4902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35063" h="4902852">
                <a:moveTo>
                  <a:pt x="0" y="410688"/>
                </a:moveTo>
                <a:cubicBezTo>
                  <a:pt x="0" y="-40040"/>
                  <a:pt x="365388" y="972"/>
                  <a:pt x="816116" y="972"/>
                </a:cubicBezTo>
                <a:lnTo>
                  <a:pt x="8318947" y="972"/>
                </a:lnTo>
                <a:cubicBezTo>
                  <a:pt x="8769675" y="972"/>
                  <a:pt x="9135063" y="-40040"/>
                  <a:pt x="9135063" y="410688"/>
                </a:cubicBezTo>
                <a:lnTo>
                  <a:pt x="9135063" y="4525593"/>
                </a:lnTo>
                <a:cubicBezTo>
                  <a:pt x="9135063" y="4976321"/>
                  <a:pt x="8769675" y="4897572"/>
                  <a:pt x="8318947" y="4897572"/>
                </a:cubicBezTo>
                <a:lnTo>
                  <a:pt x="816116" y="4897572"/>
                </a:lnTo>
                <a:cubicBezTo>
                  <a:pt x="365388" y="4897572"/>
                  <a:pt x="0" y="4958039"/>
                  <a:pt x="0" y="4507311"/>
                </a:cubicBezTo>
                <a:lnTo>
                  <a:pt x="0" y="410688"/>
                </a:lnTo>
                <a:close/>
              </a:path>
            </a:pathLst>
          </a:custGeom>
          <a:solidFill>
            <a:srgbClr val="010409"/>
          </a:solidFill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9E9A7CB-CCE8-65D3-6731-0A7D124B97D2}"/>
              </a:ext>
            </a:extLst>
          </p:cNvPr>
          <p:cNvSpPr txBox="1"/>
          <p:nvPr/>
        </p:nvSpPr>
        <p:spPr>
          <a:xfrm>
            <a:off x="11093943" y="18280710"/>
            <a:ext cx="39026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 Valid Generated Patch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F188094-5767-58C8-A18D-9B5C3CC579A0}"/>
              </a:ext>
            </a:extLst>
          </p:cNvPr>
          <p:cNvGrpSpPr/>
          <p:nvPr/>
        </p:nvGrpSpPr>
        <p:grpSpPr>
          <a:xfrm>
            <a:off x="10584714" y="17430420"/>
            <a:ext cx="3519331" cy="523220"/>
            <a:chOff x="6184843" y="14187836"/>
            <a:chExt cx="3519331" cy="523220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B259D08-AA8D-392A-012A-2919FA7A6F5A}"/>
                </a:ext>
              </a:extLst>
            </p:cNvPr>
            <p:cNvSpPr txBox="1"/>
            <p:nvPr/>
          </p:nvSpPr>
          <p:spPr>
            <a:xfrm>
              <a:off x="7264748" y="14187836"/>
              <a:ext cx="243942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800" b="1" dirty="0">
                  <a:solidFill>
                    <a:schemeClr val="bg1"/>
                  </a:solidFill>
                </a:rPr>
                <a:t>Codebase</a:t>
              </a:r>
              <a:endParaRPr lang="zh-CN" altLang="en-US" sz="4400" b="1" dirty="0">
                <a:solidFill>
                  <a:schemeClr val="bg1"/>
                </a:solidFill>
              </a:endParaRPr>
            </a:p>
          </p:txBody>
        </p:sp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67E8E80C-3012-2749-CA5A-BF69777E2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84843" y="14213937"/>
              <a:ext cx="470428" cy="482808"/>
            </a:xfrm>
            <a:prstGeom prst="rect">
              <a:avLst/>
            </a:prstGeom>
          </p:spPr>
        </p:pic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749C581A-C516-6467-1B72-9B3A69D5FF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95171" y="18260821"/>
            <a:ext cx="400110" cy="400110"/>
          </a:xfrm>
          <a:prstGeom prst="rect">
            <a:avLst/>
          </a:prstGeom>
        </p:spPr>
      </p:pic>
      <p:sp>
        <p:nvSpPr>
          <p:cNvPr id="21" name="矩形: 圆角 40">
            <a:extLst>
              <a:ext uri="{FF2B5EF4-FFF2-40B4-BE49-F238E27FC236}">
                <a16:creationId xmlns:a16="http://schemas.microsoft.com/office/drawing/2014/main" id="{D9C5E161-6D9C-4A91-5135-01C887CC12F1}"/>
              </a:ext>
            </a:extLst>
          </p:cNvPr>
          <p:cNvSpPr/>
          <p:nvPr/>
        </p:nvSpPr>
        <p:spPr>
          <a:xfrm>
            <a:off x="10338191" y="21174303"/>
            <a:ext cx="3959727" cy="797141"/>
          </a:xfrm>
          <a:prstGeom prst="roundRect">
            <a:avLst>
              <a:gd name="adj" fmla="val 6347"/>
            </a:avLst>
          </a:prstGeom>
          <a:solidFill>
            <a:schemeClr val="accent1">
              <a:alpha val="0"/>
            </a:schemeClr>
          </a:solidFill>
          <a:ln w="6350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zh-CN" altLang="en-US" sz="1400" baseline="-25000">
              <a:solidFill>
                <a:schemeClr val="tx1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432536D-0988-F101-B50A-87FE64D806F4}"/>
              </a:ext>
            </a:extLst>
          </p:cNvPr>
          <p:cNvSpPr txBox="1"/>
          <p:nvPr/>
        </p:nvSpPr>
        <p:spPr>
          <a:xfrm>
            <a:off x="11444243" y="21291524"/>
            <a:ext cx="23108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en-US" altLang="zh-CN" sz="2800" b="1" i="0" dirty="0">
                <a:effectLst/>
                <a:latin typeface="Source Sans Pro" panose="020F0502020204030204" pitchFamily="34" charset="0"/>
              </a:rPr>
              <a:t>Final Verifier</a:t>
            </a:r>
            <a:endParaRPr lang="zh-CN" altLang="en-US" sz="4400" b="1" i="0" dirty="0">
              <a:effectLst/>
              <a:latin typeface="Source Sans Pro" panose="020F050202020403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33EA416-B66B-295A-FA83-1827C512CA43}"/>
              </a:ext>
            </a:extLst>
          </p:cNvPr>
          <p:cNvSpPr txBox="1"/>
          <p:nvPr/>
        </p:nvSpPr>
        <p:spPr>
          <a:xfrm>
            <a:off x="10338190" y="21317828"/>
            <a:ext cx="7628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/>
              <a:t>⚖️</a:t>
            </a:r>
          </a:p>
        </p:txBody>
      </p:sp>
      <p:cxnSp>
        <p:nvCxnSpPr>
          <p:cNvPr id="38" name="直线连接符 37">
            <a:extLst>
              <a:ext uri="{FF2B5EF4-FFF2-40B4-BE49-F238E27FC236}">
                <a16:creationId xmlns:a16="http://schemas.microsoft.com/office/drawing/2014/main" id="{28C9FDB8-2040-62D2-2967-0D3B65734B3E}"/>
              </a:ext>
            </a:extLst>
          </p:cNvPr>
          <p:cNvCxnSpPr>
            <a:cxnSpLocks/>
          </p:cNvCxnSpPr>
          <p:nvPr/>
        </p:nvCxnSpPr>
        <p:spPr>
          <a:xfrm flipH="1">
            <a:off x="12870398" y="20238440"/>
            <a:ext cx="3097870" cy="0"/>
          </a:xfrm>
          <a:prstGeom prst="line">
            <a:avLst/>
          </a:prstGeom>
          <a:ln w="71755">
            <a:solidFill>
              <a:srgbClr val="1C21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线连接符 38">
            <a:extLst>
              <a:ext uri="{FF2B5EF4-FFF2-40B4-BE49-F238E27FC236}">
                <a16:creationId xmlns:a16="http://schemas.microsoft.com/office/drawing/2014/main" id="{E886581D-6654-4952-EEF2-3F2750DA963A}"/>
              </a:ext>
            </a:extLst>
          </p:cNvPr>
          <p:cNvCxnSpPr>
            <a:cxnSpLocks/>
          </p:cNvCxnSpPr>
          <p:nvPr/>
        </p:nvCxnSpPr>
        <p:spPr>
          <a:xfrm>
            <a:off x="15980107" y="19663192"/>
            <a:ext cx="0" cy="614973"/>
          </a:xfrm>
          <a:prstGeom prst="line">
            <a:avLst/>
          </a:prstGeom>
          <a:ln w="71755">
            <a:solidFill>
              <a:srgbClr val="1C21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线连接符 42">
            <a:extLst>
              <a:ext uri="{FF2B5EF4-FFF2-40B4-BE49-F238E27FC236}">
                <a16:creationId xmlns:a16="http://schemas.microsoft.com/office/drawing/2014/main" id="{62EB655C-3E61-8B84-95C2-3B332B6119A4}"/>
              </a:ext>
            </a:extLst>
          </p:cNvPr>
          <p:cNvCxnSpPr>
            <a:cxnSpLocks/>
          </p:cNvCxnSpPr>
          <p:nvPr/>
        </p:nvCxnSpPr>
        <p:spPr>
          <a:xfrm>
            <a:off x="12870398" y="20205184"/>
            <a:ext cx="0" cy="301208"/>
          </a:xfrm>
          <a:prstGeom prst="line">
            <a:avLst/>
          </a:prstGeom>
          <a:ln w="71755">
            <a:solidFill>
              <a:srgbClr val="1C21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E26D9F13-6488-12AD-508B-4520D8F20DEE}"/>
              </a:ext>
            </a:extLst>
          </p:cNvPr>
          <p:cNvCxnSpPr>
            <a:cxnSpLocks/>
          </p:cNvCxnSpPr>
          <p:nvPr/>
        </p:nvCxnSpPr>
        <p:spPr>
          <a:xfrm>
            <a:off x="11578055" y="19126860"/>
            <a:ext cx="0" cy="1454889"/>
          </a:xfrm>
          <a:prstGeom prst="line">
            <a:avLst/>
          </a:prstGeom>
          <a:ln w="71755">
            <a:solidFill>
              <a:srgbClr val="1C21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图片 67">
            <a:extLst>
              <a:ext uri="{FF2B5EF4-FFF2-40B4-BE49-F238E27FC236}">
                <a16:creationId xmlns:a16="http://schemas.microsoft.com/office/drawing/2014/main" id="{B9C98855-CF14-AAFF-9FEA-DED5719F2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9640473" y="21245440"/>
            <a:ext cx="596900" cy="571500"/>
          </a:xfrm>
          <a:prstGeom prst="rect">
            <a:avLst/>
          </a:prstGeom>
        </p:spPr>
      </p:pic>
      <p:sp>
        <p:nvSpPr>
          <p:cNvPr id="70" name="矩形: 圆角 40">
            <a:extLst>
              <a:ext uri="{FF2B5EF4-FFF2-40B4-BE49-F238E27FC236}">
                <a16:creationId xmlns:a16="http://schemas.microsoft.com/office/drawing/2014/main" id="{AD24231B-07C1-B706-8D43-EC992EB535B0}"/>
              </a:ext>
            </a:extLst>
          </p:cNvPr>
          <p:cNvSpPr/>
          <p:nvPr/>
        </p:nvSpPr>
        <p:spPr>
          <a:xfrm>
            <a:off x="6158890" y="17309197"/>
            <a:ext cx="3404303" cy="4648531"/>
          </a:xfrm>
          <a:prstGeom prst="roundRect">
            <a:avLst>
              <a:gd name="adj" fmla="val 6347"/>
            </a:avLst>
          </a:prstGeom>
          <a:solidFill>
            <a:schemeClr val="accent1">
              <a:alpha val="0"/>
            </a:schemeClr>
          </a:solidFill>
          <a:ln w="6350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zh-CN" altLang="en-US" sz="1400" baseline="-25000">
              <a:solidFill>
                <a:schemeClr val="tx1"/>
              </a:solidFill>
            </a:endParaRPr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58E44DAD-4D71-2E07-9DA9-A35A0D404CAE}"/>
              </a:ext>
            </a:extLst>
          </p:cNvPr>
          <p:cNvGrpSpPr/>
          <p:nvPr/>
        </p:nvGrpSpPr>
        <p:grpSpPr>
          <a:xfrm>
            <a:off x="6439907" y="17465329"/>
            <a:ext cx="3200566" cy="2024803"/>
            <a:chOff x="14998561" y="11712580"/>
            <a:chExt cx="3200566" cy="1002131"/>
          </a:xfrm>
        </p:grpSpPr>
        <p:sp>
          <p:nvSpPr>
            <p:cNvPr id="78" name="矩形: 圆角 40">
              <a:extLst>
                <a:ext uri="{FF2B5EF4-FFF2-40B4-BE49-F238E27FC236}">
                  <a16:creationId xmlns:a16="http://schemas.microsoft.com/office/drawing/2014/main" id="{86FDBCE1-43ED-7B35-A317-E5FEEDEBC17A}"/>
                </a:ext>
              </a:extLst>
            </p:cNvPr>
            <p:cNvSpPr/>
            <p:nvPr/>
          </p:nvSpPr>
          <p:spPr>
            <a:xfrm>
              <a:off x="14998561" y="11712580"/>
              <a:ext cx="2875648" cy="1002131"/>
            </a:xfrm>
            <a:prstGeom prst="roundRect">
              <a:avLst>
                <a:gd name="adj" fmla="val 6347"/>
              </a:avLst>
            </a:prstGeom>
            <a:solidFill>
              <a:schemeClr val="accent1">
                <a:alpha val="0"/>
              </a:schemeClr>
            </a:solidFill>
            <a:ln w="63500">
              <a:solidFill>
                <a:srgbClr val="8FAADD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zh-CN" altLang="en-US" sz="1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5893C5A2-ACFE-C2C4-B309-CCBF92C424CB}"/>
                </a:ext>
              </a:extLst>
            </p:cNvPr>
            <p:cNvSpPr txBox="1"/>
            <p:nvPr/>
          </p:nvSpPr>
          <p:spPr>
            <a:xfrm>
              <a:off x="15042987" y="11766578"/>
              <a:ext cx="315614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1200"/>
                </a:spcBef>
              </a:pPr>
              <a:r>
                <a:rPr lang="zh-CN" altLang="en-US" sz="2000" b="1" dirty="0">
                  <a:latin typeface="Source Sans Pro" panose="020F0502020204030204" pitchFamily="34" charset="0"/>
                </a:rPr>
                <a:t>     </a:t>
              </a:r>
              <a:r>
                <a:rPr lang="en-US" altLang="zh-CN" sz="2000" b="1" dirty="0">
                  <a:latin typeface="Source Sans Pro" panose="020F0502020204030204" pitchFamily="34" charset="0"/>
                </a:rPr>
                <a:t>❌</a:t>
              </a:r>
              <a:r>
                <a:rPr lang="zh-CN" altLang="en-US" sz="2000" b="1" dirty="0">
                  <a:latin typeface="Source Sans Pro" panose="020F0502020204030204" pitchFamily="34" charset="0"/>
                </a:rPr>
                <a:t> </a:t>
              </a:r>
              <a:r>
                <a:rPr lang="en-US" altLang="zh-CN" sz="2000" b="1" dirty="0">
                  <a:latin typeface="Source Sans Pro" panose="020F0502020204030204" pitchFamily="34" charset="0"/>
                </a:rPr>
                <a:t> </a:t>
              </a:r>
              <a:r>
                <a:rPr lang="en-US" altLang="zh-CN" sz="2400" b="1" dirty="0">
                  <a:latin typeface="Source Sans Pro" panose="020F0502020204030204" pitchFamily="34" charset="0"/>
                </a:rPr>
                <a:t>Patch Failed</a:t>
              </a:r>
              <a:endParaRPr lang="en-US" altLang="zh-CN" sz="2000" b="1" dirty="0">
                <a:latin typeface="Source Sans Pro" panose="020F0502020204030204" pitchFamily="34" charset="0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DF922701-CDA6-F22C-D219-B0A53A6541AE}"/>
              </a:ext>
            </a:extLst>
          </p:cNvPr>
          <p:cNvGrpSpPr/>
          <p:nvPr/>
        </p:nvGrpSpPr>
        <p:grpSpPr>
          <a:xfrm>
            <a:off x="6415710" y="19785643"/>
            <a:ext cx="3180955" cy="1983017"/>
            <a:chOff x="15018172" y="11791745"/>
            <a:chExt cx="3180955" cy="1107997"/>
          </a:xfrm>
        </p:grpSpPr>
        <p:sp>
          <p:nvSpPr>
            <p:cNvPr id="6" name="矩形: 圆角 40">
              <a:extLst>
                <a:ext uri="{FF2B5EF4-FFF2-40B4-BE49-F238E27FC236}">
                  <a16:creationId xmlns:a16="http://schemas.microsoft.com/office/drawing/2014/main" id="{F5E26B8D-A839-0B04-1564-029AAC6EB542}"/>
                </a:ext>
              </a:extLst>
            </p:cNvPr>
            <p:cNvSpPr/>
            <p:nvPr/>
          </p:nvSpPr>
          <p:spPr>
            <a:xfrm>
              <a:off x="15018172" y="11791745"/>
              <a:ext cx="2875648" cy="1107997"/>
            </a:xfrm>
            <a:prstGeom prst="roundRect">
              <a:avLst>
                <a:gd name="adj" fmla="val 6347"/>
              </a:avLst>
            </a:prstGeom>
            <a:solidFill>
              <a:schemeClr val="accent1">
                <a:alpha val="0"/>
              </a:schemeClr>
            </a:solidFill>
            <a:ln w="63500">
              <a:solidFill>
                <a:srgbClr val="EC002C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zh-CN" altLang="en-US" sz="1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A680A693-E2BC-40D6-6A8D-86987EA72EAD}"/>
                </a:ext>
              </a:extLst>
            </p:cNvPr>
            <p:cNvSpPr txBox="1"/>
            <p:nvPr/>
          </p:nvSpPr>
          <p:spPr>
            <a:xfrm>
              <a:off x="15042987" y="11861048"/>
              <a:ext cx="315614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1200"/>
                </a:spcBef>
              </a:pPr>
              <a:r>
                <a:rPr lang="zh-CN" altLang="en-US" sz="2000" b="1" dirty="0">
                  <a:latin typeface="Source Sans Pro" panose="020F0502020204030204" pitchFamily="34" charset="0"/>
                </a:rPr>
                <a:t>      </a:t>
              </a:r>
              <a:r>
                <a:rPr lang="en-US" altLang="zh-CN" sz="2000" b="1" dirty="0">
                  <a:latin typeface="Source Sans Pro" panose="020F0502020204030204" pitchFamily="34" charset="0"/>
                </a:rPr>
                <a:t>✅</a:t>
              </a:r>
              <a:r>
                <a:rPr lang="zh-CN" altLang="en-US" sz="2000" b="1" dirty="0">
                  <a:latin typeface="Source Sans Pro" panose="020F0502020204030204" pitchFamily="34" charset="0"/>
                </a:rPr>
                <a:t> </a:t>
              </a:r>
              <a:r>
                <a:rPr lang="en-US" altLang="zh-CN" sz="2000" b="1" dirty="0">
                  <a:latin typeface="Source Sans Pro" panose="020F0502020204030204" pitchFamily="34" charset="0"/>
                </a:rPr>
                <a:t> </a:t>
              </a:r>
              <a:r>
                <a:rPr lang="en-US" altLang="zh-CN" sz="2400" b="1" dirty="0">
                  <a:latin typeface="Source Sans Pro" panose="020F0502020204030204" pitchFamily="34" charset="0"/>
                </a:rPr>
                <a:t>Patch Passed</a:t>
              </a:r>
              <a:endParaRPr lang="en-US" altLang="zh-CN" sz="2000" b="1" dirty="0">
                <a:latin typeface="Source Sans Pro" panose="020F0502020204030204" pitchFamily="34" charset="0"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0BE1B11D-0F7F-026F-9F07-4FF5093A656C}"/>
              </a:ext>
            </a:extLst>
          </p:cNvPr>
          <p:cNvSpPr txBox="1"/>
          <p:nvPr/>
        </p:nvSpPr>
        <p:spPr>
          <a:xfrm>
            <a:off x="6641551" y="18776181"/>
            <a:ext cx="7628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/>
              <a:t>🤖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95F326C-668C-B197-F8FD-B19ADFCA190F}"/>
              </a:ext>
            </a:extLst>
          </p:cNvPr>
          <p:cNvSpPr txBox="1"/>
          <p:nvPr/>
        </p:nvSpPr>
        <p:spPr>
          <a:xfrm>
            <a:off x="7089873" y="18154506"/>
            <a:ext cx="17193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Source Sans Pro" panose="020F0502020204030204" pitchFamily="34" charset="0"/>
              </a:rPr>
              <a:t>🏆</a:t>
            </a:r>
            <a:r>
              <a:rPr lang="zh-CN" altLang="en-US" sz="2400" b="1" dirty="0">
                <a:latin typeface="Source Sans Pro" panose="020F0502020204030204" pitchFamily="34" charset="0"/>
              </a:rPr>
              <a:t> </a:t>
            </a:r>
            <a:r>
              <a:rPr lang="en-US" altLang="zh-CN" sz="2400" b="1" dirty="0">
                <a:latin typeface="Source Sans Pro" panose="020F0502020204030204" pitchFamily="34" charset="0"/>
              </a:rPr>
              <a:t>Winner</a:t>
            </a:r>
          </a:p>
          <a:p>
            <a:r>
              <a:rPr lang="en-US" altLang="zh-CN" sz="2400" b="1" dirty="0">
                <a:latin typeface="Source Sans Pro" panose="020F0502020204030204" pitchFamily="34" charset="0"/>
              </a:rPr>
              <a:t>	    is</a:t>
            </a:r>
            <a:endParaRPr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AA210EDB-5A8B-469F-4280-BD2FA42878E1}"/>
              </a:ext>
            </a:extLst>
          </p:cNvPr>
          <p:cNvSpPr txBox="1"/>
          <p:nvPr/>
        </p:nvSpPr>
        <p:spPr>
          <a:xfrm>
            <a:off x="7206940" y="18834178"/>
            <a:ext cx="20628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Source Sans Pro" panose="020F0502020204030204" pitchFamily="34" charset="0"/>
              </a:rPr>
              <a:t>Participant B</a:t>
            </a:r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397057F-46FB-2083-6A9F-A8CEB21D8F88}"/>
              </a:ext>
            </a:extLst>
          </p:cNvPr>
          <p:cNvSpPr txBox="1"/>
          <p:nvPr/>
        </p:nvSpPr>
        <p:spPr>
          <a:xfrm>
            <a:off x="7136947" y="20451152"/>
            <a:ext cx="17193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Source Sans Pro" panose="020F0502020204030204" pitchFamily="34" charset="0"/>
              </a:rPr>
              <a:t>🏆</a:t>
            </a:r>
            <a:r>
              <a:rPr lang="zh-CN" altLang="en-US" sz="2400" b="1" dirty="0">
                <a:latin typeface="Source Sans Pro" panose="020F0502020204030204" pitchFamily="34" charset="0"/>
              </a:rPr>
              <a:t> </a:t>
            </a:r>
            <a:r>
              <a:rPr lang="en-US" altLang="zh-CN" sz="2400" b="1" dirty="0">
                <a:latin typeface="Source Sans Pro" panose="020F0502020204030204" pitchFamily="34" charset="0"/>
              </a:rPr>
              <a:t>Winner</a:t>
            </a:r>
          </a:p>
          <a:p>
            <a:r>
              <a:rPr lang="en-US" altLang="zh-CN" sz="2400" b="1" dirty="0">
                <a:latin typeface="Source Sans Pro" panose="020F0502020204030204" pitchFamily="34" charset="0"/>
              </a:rPr>
              <a:t>	    is</a:t>
            </a:r>
            <a:endParaRPr lang="zh-CN" altLang="en-US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584D86E7-5110-1035-411E-8813A4C345D4}"/>
              </a:ext>
            </a:extLst>
          </p:cNvPr>
          <p:cNvSpPr txBox="1"/>
          <p:nvPr/>
        </p:nvSpPr>
        <p:spPr>
          <a:xfrm>
            <a:off x="7175365" y="21207737"/>
            <a:ext cx="20628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Source Sans Pro" panose="020F0502020204030204" pitchFamily="34" charset="0"/>
              </a:rPr>
              <a:t>Participant A</a:t>
            </a:r>
            <a:endParaRPr lang="zh-CN" altLang="en-US" dirty="0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96D17331-D874-F910-3BA6-14B7FD2E60F8}"/>
              </a:ext>
            </a:extLst>
          </p:cNvPr>
          <p:cNvSpPr txBox="1"/>
          <p:nvPr/>
        </p:nvSpPr>
        <p:spPr>
          <a:xfrm>
            <a:off x="6637834" y="21115404"/>
            <a:ext cx="7628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/>
              <a:t>🤖</a:t>
            </a:r>
          </a:p>
        </p:txBody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F878D0FD-6703-B39D-BC4B-0D5C44351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5495712" y="19293571"/>
            <a:ext cx="596900" cy="571500"/>
          </a:xfrm>
          <a:prstGeom prst="rect">
            <a:avLst/>
          </a:prstGeom>
        </p:spPr>
      </p:pic>
      <p:sp>
        <p:nvSpPr>
          <p:cNvPr id="89" name="矩形: 圆角 40">
            <a:extLst>
              <a:ext uri="{FF2B5EF4-FFF2-40B4-BE49-F238E27FC236}">
                <a16:creationId xmlns:a16="http://schemas.microsoft.com/office/drawing/2014/main" id="{A76F80AE-DDA8-0B7D-747C-D7FA1A3FC211}"/>
              </a:ext>
            </a:extLst>
          </p:cNvPr>
          <p:cNvSpPr/>
          <p:nvPr/>
        </p:nvSpPr>
        <p:spPr>
          <a:xfrm>
            <a:off x="936702" y="17353801"/>
            <a:ext cx="4438186" cy="4591799"/>
          </a:xfrm>
          <a:prstGeom prst="roundRect">
            <a:avLst>
              <a:gd name="adj" fmla="val 6347"/>
            </a:avLst>
          </a:prstGeom>
          <a:solidFill>
            <a:schemeClr val="accent1">
              <a:alpha val="0"/>
            </a:schemeClr>
          </a:solidFill>
          <a:ln w="6350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zh-CN" altLang="en-US" sz="1400" baseline="-25000" dirty="0">
              <a:solidFill>
                <a:schemeClr val="tx1"/>
              </a:solidFill>
            </a:endParaRP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1097B458-7061-A5DD-D790-33CB16303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909864" y="16721978"/>
            <a:ext cx="596900" cy="571500"/>
          </a:xfrm>
          <a:prstGeom prst="rect">
            <a:avLst/>
          </a:prstGeom>
        </p:spPr>
      </p:pic>
      <p:sp>
        <p:nvSpPr>
          <p:cNvPr id="99" name="矩形: 圆角 40">
            <a:extLst>
              <a:ext uri="{FF2B5EF4-FFF2-40B4-BE49-F238E27FC236}">
                <a16:creationId xmlns:a16="http://schemas.microsoft.com/office/drawing/2014/main" id="{08C956C3-53D5-1FE5-3B1F-C0D0E2EC1507}"/>
              </a:ext>
            </a:extLst>
          </p:cNvPr>
          <p:cNvSpPr/>
          <p:nvPr/>
        </p:nvSpPr>
        <p:spPr>
          <a:xfrm>
            <a:off x="1305906" y="17690360"/>
            <a:ext cx="3691722" cy="1107997"/>
          </a:xfrm>
          <a:prstGeom prst="roundRect">
            <a:avLst>
              <a:gd name="adj" fmla="val 6347"/>
            </a:avLst>
          </a:prstGeom>
          <a:solidFill>
            <a:schemeClr val="accent1">
              <a:alpha val="0"/>
            </a:schemeClr>
          </a:solidFill>
          <a:ln w="63500" cmpd="sng">
            <a:solidFill>
              <a:srgbClr val="EC002C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zh-CN" altLang="en-US" sz="1400" baseline="-25000" dirty="0">
              <a:solidFill>
                <a:schemeClr val="tx1"/>
              </a:solidFill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1CBECB1D-3D20-DB27-469E-59E06F52931A}"/>
              </a:ext>
            </a:extLst>
          </p:cNvPr>
          <p:cNvSpPr txBox="1"/>
          <p:nvPr/>
        </p:nvSpPr>
        <p:spPr>
          <a:xfrm>
            <a:off x="1939777" y="17678350"/>
            <a:ext cx="305785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en-US" altLang="zh-CN" sz="2800" b="1" i="0" dirty="0">
                <a:effectLst/>
                <a:latin typeface="Source Sans Pro" panose="020F0502020204030204" pitchFamily="34" charset="0"/>
              </a:rPr>
              <a:t>     Participant A</a:t>
            </a:r>
          </a:p>
          <a:p>
            <a:pPr algn="l">
              <a:spcBef>
                <a:spcPts val="1200"/>
              </a:spcBef>
            </a:pPr>
            <a:r>
              <a:rPr lang="en-US" altLang="zh-CN" sz="2800" b="1" i="0" dirty="0">
                <a:effectLst/>
                <a:latin typeface="Source Sans Pro" panose="020F0502020204030204" pitchFamily="34" charset="0"/>
              </a:rPr>
              <a:t>(Patch Generator)</a:t>
            </a:r>
            <a:endParaRPr lang="zh-CN" altLang="en-US" sz="4400" b="1" i="0" dirty="0">
              <a:effectLst/>
              <a:latin typeface="Source Sans Pro" panose="020F0502020204030204" pitchFamily="34" charset="0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29F1DC32-CF8C-8301-9199-FAF46E33B44D}"/>
              </a:ext>
            </a:extLst>
          </p:cNvPr>
          <p:cNvSpPr txBox="1"/>
          <p:nvPr/>
        </p:nvSpPr>
        <p:spPr>
          <a:xfrm>
            <a:off x="1347647" y="17961396"/>
            <a:ext cx="7628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/>
              <a:t>🤖</a:t>
            </a:r>
          </a:p>
        </p:txBody>
      </p:sp>
      <p:sp>
        <p:nvSpPr>
          <p:cNvPr id="104" name="矩形: 圆角 40">
            <a:extLst>
              <a:ext uri="{FF2B5EF4-FFF2-40B4-BE49-F238E27FC236}">
                <a16:creationId xmlns:a16="http://schemas.microsoft.com/office/drawing/2014/main" id="{37E66028-1EEC-831B-33AE-2DAE908D2209}"/>
              </a:ext>
            </a:extLst>
          </p:cNvPr>
          <p:cNvSpPr/>
          <p:nvPr/>
        </p:nvSpPr>
        <p:spPr>
          <a:xfrm>
            <a:off x="1343224" y="20510545"/>
            <a:ext cx="3595902" cy="1107997"/>
          </a:xfrm>
          <a:prstGeom prst="roundRect">
            <a:avLst>
              <a:gd name="adj" fmla="val 6347"/>
            </a:avLst>
          </a:prstGeom>
          <a:solidFill>
            <a:schemeClr val="accent1">
              <a:alpha val="0"/>
            </a:schemeClr>
          </a:solidFill>
          <a:ln w="63500">
            <a:solidFill>
              <a:srgbClr val="8FAAD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zh-CN" altLang="en-US" sz="1400" baseline="-25000" dirty="0">
              <a:solidFill>
                <a:schemeClr val="tx1"/>
              </a:solidFill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95DCC883-93A3-0099-020D-91E6C20054E1}"/>
              </a:ext>
            </a:extLst>
          </p:cNvPr>
          <p:cNvSpPr txBox="1"/>
          <p:nvPr/>
        </p:nvSpPr>
        <p:spPr>
          <a:xfrm>
            <a:off x="1989886" y="20498313"/>
            <a:ext cx="294923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en-US" altLang="zh-CN" sz="2800" b="1" i="0" dirty="0">
                <a:effectLst/>
                <a:latin typeface="Source Sans Pro" panose="020F0502020204030204" pitchFamily="34" charset="0"/>
              </a:rPr>
              <a:t>     Participant B</a:t>
            </a:r>
          </a:p>
          <a:p>
            <a:pPr algn="l">
              <a:spcBef>
                <a:spcPts val="1200"/>
              </a:spcBef>
            </a:pPr>
            <a:r>
              <a:rPr lang="en-US" altLang="zh-CN" sz="2800" b="1" i="0" dirty="0">
                <a:effectLst/>
                <a:latin typeface="Source Sans Pro" panose="020F0502020204030204" pitchFamily="34" charset="0"/>
              </a:rPr>
              <a:t>  (Test Generator)</a:t>
            </a:r>
            <a:endParaRPr lang="zh-CN" altLang="en-US" sz="4400" b="1" i="0" dirty="0">
              <a:effectLst/>
              <a:latin typeface="Source Sans Pro" panose="020F0502020204030204" pitchFamily="34" charset="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4D9602F3-954A-4292-838E-0E5C23BD4749}"/>
              </a:ext>
            </a:extLst>
          </p:cNvPr>
          <p:cNvSpPr txBox="1"/>
          <p:nvPr/>
        </p:nvSpPr>
        <p:spPr>
          <a:xfrm>
            <a:off x="1397756" y="20781359"/>
            <a:ext cx="7628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/>
              <a:t>🤖</a:t>
            </a: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F1E278C0-9C1C-AD3F-23EF-C4311A86B108}"/>
              </a:ext>
            </a:extLst>
          </p:cNvPr>
          <p:cNvSpPr txBox="1"/>
          <p:nvPr/>
        </p:nvSpPr>
        <p:spPr>
          <a:xfrm>
            <a:off x="3555702" y="16736966"/>
            <a:ext cx="2155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en-US" altLang="zh-CN" sz="2800" b="1" i="0" dirty="0">
                <a:effectLst/>
                <a:latin typeface="Source Sans Pro" panose="020F0502020204030204" pitchFamily="34" charset="0"/>
              </a:rPr>
              <a:t>Next Round</a:t>
            </a:r>
            <a:endParaRPr lang="zh-CN" altLang="en-US" sz="4400" b="1" i="0" dirty="0">
              <a:effectLst/>
              <a:latin typeface="Source Sans Pro" panose="020F0502020204030204" pitchFamily="34" charset="0"/>
            </a:endParaRPr>
          </a:p>
        </p:txBody>
      </p:sp>
      <p:cxnSp>
        <p:nvCxnSpPr>
          <p:cNvPr id="120" name="直线箭头连接符 119">
            <a:extLst>
              <a:ext uri="{FF2B5EF4-FFF2-40B4-BE49-F238E27FC236}">
                <a16:creationId xmlns:a16="http://schemas.microsoft.com/office/drawing/2014/main" id="{8A3EAD21-71FF-2EBB-0273-FF579D9D9440}"/>
              </a:ext>
            </a:extLst>
          </p:cNvPr>
          <p:cNvCxnSpPr>
            <a:cxnSpLocks/>
          </p:cNvCxnSpPr>
          <p:nvPr/>
        </p:nvCxnSpPr>
        <p:spPr>
          <a:xfrm flipV="1">
            <a:off x="2029522" y="18932994"/>
            <a:ext cx="0" cy="1434172"/>
          </a:xfrm>
          <a:prstGeom prst="straightConnector1">
            <a:avLst/>
          </a:prstGeom>
          <a:ln w="762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线箭头连接符 135">
            <a:extLst>
              <a:ext uri="{FF2B5EF4-FFF2-40B4-BE49-F238E27FC236}">
                <a16:creationId xmlns:a16="http://schemas.microsoft.com/office/drawing/2014/main" id="{A88166E0-39F0-D9B9-DD92-B5533D611410}"/>
              </a:ext>
            </a:extLst>
          </p:cNvPr>
          <p:cNvCxnSpPr>
            <a:cxnSpLocks/>
          </p:cNvCxnSpPr>
          <p:nvPr/>
        </p:nvCxnSpPr>
        <p:spPr>
          <a:xfrm>
            <a:off x="2315736" y="18954472"/>
            <a:ext cx="0" cy="1391216"/>
          </a:xfrm>
          <a:prstGeom prst="straightConnector1">
            <a:avLst/>
          </a:prstGeom>
          <a:ln w="762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文本框 147">
            <a:extLst>
              <a:ext uri="{FF2B5EF4-FFF2-40B4-BE49-F238E27FC236}">
                <a16:creationId xmlns:a16="http://schemas.microsoft.com/office/drawing/2014/main" id="{E6D793CB-4048-FA68-D77C-FBECAFAAE2A5}"/>
              </a:ext>
            </a:extLst>
          </p:cNvPr>
          <p:cNvSpPr txBox="1"/>
          <p:nvPr/>
        </p:nvSpPr>
        <p:spPr>
          <a:xfrm>
            <a:off x="2518304" y="19388470"/>
            <a:ext cx="28565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en-US" altLang="zh-CN" sz="2800" b="1" i="0" dirty="0">
                <a:effectLst/>
                <a:latin typeface="Source Sans Pro" panose="020F0502020204030204" pitchFamily="34" charset="0"/>
              </a:rPr>
              <a:t>♻️</a:t>
            </a:r>
            <a:r>
              <a:rPr lang="zh-CN" altLang="en-US" sz="2800" b="1" i="0" dirty="0">
                <a:effectLst/>
                <a:latin typeface="Source Sans Pro" panose="020F0502020204030204" pitchFamily="34" charset="0"/>
              </a:rPr>
              <a:t> </a:t>
            </a:r>
            <a:r>
              <a:rPr lang="en-US" altLang="zh-CN" sz="2800" b="1" i="0" dirty="0">
                <a:effectLst/>
                <a:latin typeface="Source Sans Pro" panose="020F0502020204030204" pitchFamily="34" charset="0"/>
              </a:rPr>
              <a:t>Switch Roles</a:t>
            </a:r>
            <a:endParaRPr lang="zh-CN" altLang="en-US" sz="4400" b="1" i="0" dirty="0">
              <a:effectLst/>
              <a:latin typeface="Source Sans Pro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4337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extLst>
              <a:ext uri="{FF2B5EF4-FFF2-40B4-BE49-F238E27FC236}">
                <a16:creationId xmlns:a16="http://schemas.microsoft.com/office/drawing/2014/main" id="{612369AE-FE68-53E2-ED80-29B1133401F9}"/>
              </a:ext>
            </a:extLst>
          </p:cNvPr>
          <p:cNvSpPr/>
          <p:nvPr/>
        </p:nvSpPr>
        <p:spPr>
          <a:xfrm>
            <a:off x="2931684" y="17825573"/>
            <a:ext cx="4030736" cy="2982632"/>
          </a:xfrm>
          <a:prstGeom prst="roundRect">
            <a:avLst/>
          </a:prstGeom>
          <a:solidFill>
            <a:srgbClr val="01040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1E41F59-5ABF-28CB-E9F9-01504D2EFEAE}"/>
              </a:ext>
            </a:extLst>
          </p:cNvPr>
          <p:cNvGrpSpPr/>
          <p:nvPr/>
        </p:nvGrpSpPr>
        <p:grpSpPr>
          <a:xfrm>
            <a:off x="4448354" y="19620203"/>
            <a:ext cx="2268937" cy="523220"/>
            <a:chOff x="6215555" y="13346248"/>
            <a:chExt cx="2268937" cy="523220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FA6177B8-B19F-82A5-6E0A-82187660D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15555" y="13386660"/>
              <a:ext cx="459817" cy="482808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2D0C63F-5644-3C92-2595-6C304B4D20A7}"/>
                </a:ext>
              </a:extLst>
            </p:cNvPr>
            <p:cNvSpPr txBox="1"/>
            <p:nvPr/>
          </p:nvSpPr>
          <p:spPr>
            <a:xfrm>
              <a:off x="6730236" y="13346248"/>
              <a:ext cx="175425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800" b="1" dirty="0">
                  <a:solidFill>
                    <a:schemeClr val="bg1"/>
                  </a:solidFill>
                </a:rPr>
                <a:t>Issue</a:t>
              </a:r>
              <a:endParaRPr lang="zh-CN" altLang="en-US" sz="44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97643A0C-E3BB-3391-1F1C-08A2F48B47A4}"/>
              </a:ext>
            </a:extLst>
          </p:cNvPr>
          <p:cNvGrpSpPr/>
          <p:nvPr/>
        </p:nvGrpSpPr>
        <p:grpSpPr>
          <a:xfrm>
            <a:off x="3503636" y="18107532"/>
            <a:ext cx="2236856" cy="523220"/>
            <a:chOff x="6184843" y="14197544"/>
            <a:chExt cx="2236856" cy="523220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294CCF8-8D56-776E-F0C3-262CC048627B}"/>
                </a:ext>
              </a:extLst>
            </p:cNvPr>
            <p:cNvSpPr txBox="1"/>
            <p:nvPr/>
          </p:nvSpPr>
          <p:spPr>
            <a:xfrm>
              <a:off x="6667443" y="14197544"/>
              <a:ext cx="175425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800" b="1" dirty="0">
                  <a:solidFill>
                    <a:schemeClr val="bg1"/>
                  </a:solidFill>
                </a:rPr>
                <a:t>Codebase</a:t>
              </a:r>
              <a:endParaRPr lang="zh-CN" altLang="en-US" sz="4400" b="1">
                <a:solidFill>
                  <a:schemeClr val="bg1"/>
                </a:solidFill>
              </a:endParaRPr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BA9E1A4-9842-D14F-6B6D-A221446D22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84843" y="14213937"/>
              <a:ext cx="470428" cy="482808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3CD477A-B802-3E49-B41B-74C70563B047}"/>
              </a:ext>
            </a:extLst>
          </p:cNvPr>
          <p:cNvGrpSpPr/>
          <p:nvPr/>
        </p:nvGrpSpPr>
        <p:grpSpPr>
          <a:xfrm>
            <a:off x="9319295" y="18156565"/>
            <a:ext cx="2852625" cy="797291"/>
            <a:chOff x="9319295" y="18156565"/>
            <a:chExt cx="2852625" cy="797291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57D900A5-0AD1-142F-D375-7F06A7D72C34}"/>
                </a:ext>
              </a:extLst>
            </p:cNvPr>
            <p:cNvGrpSpPr/>
            <p:nvPr/>
          </p:nvGrpSpPr>
          <p:grpSpPr>
            <a:xfrm>
              <a:off x="9370567" y="18307525"/>
              <a:ext cx="2801353" cy="646331"/>
              <a:chOff x="8202269" y="19276564"/>
              <a:chExt cx="2801353" cy="646331"/>
            </a:xfrm>
          </p:grpSpPr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E88212D2-31E2-B802-3120-E8E086ED7B80}"/>
                  </a:ext>
                </a:extLst>
              </p:cNvPr>
              <p:cNvSpPr txBox="1"/>
              <p:nvPr/>
            </p:nvSpPr>
            <p:spPr>
              <a:xfrm>
                <a:off x="8692775" y="19276564"/>
                <a:ext cx="231084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ts val="1200"/>
                  </a:spcBef>
                </a:pPr>
                <a:r>
                  <a:rPr lang="en-US" altLang="zh-CN" sz="2800" b="1" i="0" dirty="0">
                    <a:effectLst/>
                    <a:latin typeface="Source Sans Pro" panose="020F0502020204030204" pitchFamily="34" charset="0"/>
                  </a:rPr>
                  <a:t>Participant A</a:t>
                </a:r>
                <a:endParaRPr lang="zh-CN" altLang="en-US" sz="4400" b="1" i="0">
                  <a:effectLst/>
                  <a:latin typeface="Source Sans Pro" panose="020F0502020204030204" pitchFamily="34" charset="0"/>
                </a:endParaRPr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7C3FB126-21B6-D869-0EC4-93110CC40E73}"/>
                  </a:ext>
                </a:extLst>
              </p:cNvPr>
              <p:cNvSpPr txBox="1"/>
              <p:nvPr/>
            </p:nvSpPr>
            <p:spPr>
              <a:xfrm>
                <a:off x="8202269" y="19276564"/>
                <a:ext cx="76282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3600"/>
                  <a:t>🤖</a:t>
                </a:r>
              </a:p>
            </p:txBody>
          </p:sp>
        </p:grpSp>
        <p:sp>
          <p:nvSpPr>
            <p:cNvPr id="14" name="矩形: 圆角 40">
              <a:extLst>
                <a:ext uri="{FF2B5EF4-FFF2-40B4-BE49-F238E27FC236}">
                  <a16:creationId xmlns:a16="http://schemas.microsoft.com/office/drawing/2014/main" id="{3D7CD725-18BB-D983-D0EA-1131591D5AE7}"/>
                </a:ext>
              </a:extLst>
            </p:cNvPr>
            <p:cNvSpPr/>
            <p:nvPr/>
          </p:nvSpPr>
          <p:spPr>
            <a:xfrm>
              <a:off x="9319295" y="18156565"/>
              <a:ext cx="2852625" cy="797141"/>
            </a:xfrm>
            <a:prstGeom prst="roundRect">
              <a:avLst>
                <a:gd name="adj" fmla="val 6347"/>
              </a:avLst>
            </a:prstGeom>
            <a:solidFill>
              <a:schemeClr val="accent1">
                <a:alpha val="0"/>
              </a:schemeClr>
            </a:solidFill>
            <a:ln w="63500">
              <a:solidFill>
                <a:srgbClr val="EC002C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zh-CN" altLang="en-US" sz="1400" baseline="-2500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5A1F7F8-DCDE-6F71-63AC-4E87463A5FD9}"/>
              </a:ext>
            </a:extLst>
          </p:cNvPr>
          <p:cNvGrpSpPr/>
          <p:nvPr/>
        </p:nvGrpSpPr>
        <p:grpSpPr>
          <a:xfrm>
            <a:off x="16399103" y="18143602"/>
            <a:ext cx="2801353" cy="823066"/>
            <a:chOff x="14143737" y="18130789"/>
            <a:chExt cx="2801353" cy="823066"/>
          </a:xfrm>
        </p:grpSpPr>
        <p:sp>
          <p:nvSpPr>
            <p:cNvPr id="18" name="矩形: 圆角 40">
              <a:extLst>
                <a:ext uri="{FF2B5EF4-FFF2-40B4-BE49-F238E27FC236}">
                  <a16:creationId xmlns:a16="http://schemas.microsoft.com/office/drawing/2014/main" id="{37F69039-05B8-8483-EBA6-B73667E62CDB}"/>
                </a:ext>
              </a:extLst>
            </p:cNvPr>
            <p:cNvSpPr/>
            <p:nvPr/>
          </p:nvSpPr>
          <p:spPr>
            <a:xfrm>
              <a:off x="14143737" y="18130789"/>
              <a:ext cx="2801353" cy="797141"/>
            </a:xfrm>
            <a:prstGeom prst="roundRect">
              <a:avLst>
                <a:gd name="adj" fmla="val 6347"/>
              </a:avLst>
            </a:prstGeom>
            <a:solidFill>
              <a:schemeClr val="accent1">
                <a:alpha val="0"/>
              </a:schemeClr>
            </a:solidFill>
            <a:ln w="63500"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zh-CN" altLang="en-US" sz="1400" baseline="-25000">
                <a:solidFill>
                  <a:schemeClr val="tx1"/>
                </a:solidFill>
              </a:endParaRPr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9C76E6DD-27BA-8387-AE84-01F8B08C7C9F}"/>
                </a:ext>
              </a:extLst>
            </p:cNvPr>
            <p:cNvGrpSpPr/>
            <p:nvPr/>
          </p:nvGrpSpPr>
          <p:grpSpPr>
            <a:xfrm>
              <a:off x="14143737" y="18307524"/>
              <a:ext cx="2801353" cy="646331"/>
              <a:chOff x="8202269" y="19276564"/>
              <a:chExt cx="2801353" cy="646331"/>
            </a:xfrm>
          </p:grpSpPr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544697F-D111-ACAA-91DD-B28F22DA5EA8}"/>
                  </a:ext>
                </a:extLst>
              </p:cNvPr>
              <p:cNvSpPr txBox="1"/>
              <p:nvPr/>
            </p:nvSpPr>
            <p:spPr>
              <a:xfrm>
                <a:off x="8692775" y="19276564"/>
                <a:ext cx="231084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ts val="1200"/>
                  </a:spcBef>
                </a:pPr>
                <a:r>
                  <a:rPr lang="en-US" altLang="zh-CN" sz="2800" b="1" i="0" dirty="0">
                    <a:effectLst/>
                    <a:latin typeface="Source Sans Pro" panose="020F0502020204030204" pitchFamily="34" charset="0"/>
                  </a:rPr>
                  <a:t>Participant B</a:t>
                </a:r>
                <a:endParaRPr lang="zh-CN" altLang="en-US" sz="4400" b="1" i="0">
                  <a:effectLst/>
                  <a:latin typeface="Source Sans Pro" panose="020F0502020204030204" pitchFamily="34" charset="0"/>
                </a:endParaRP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C74205B4-19CD-09E8-64EF-2877CE7A3EDA}"/>
                  </a:ext>
                </a:extLst>
              </p:cNvPr>
              <p:cNvSpPr txBox="1"/>
              <p:nvPr/>
            </p:nvSpPr>
            <p:spPr>
              <a:xfrm>
                <a:off x="8202269" y="19276564"/>
                <a:ext cx="76282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3600"/>
                  <a:t>🤖</a:t>
                </a:r>
              </a:p>
            </p:txBody>
          </p:sp>
        </p:grp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6A2D39B9-0917-5214-E664-897316400480}"/>
              </a:ext>
            </a:extLst>
          </p:cNvPr>
          <p:cNvGrpSpPr/>
          <p:nvPr/>
        </p:nvGrpSpPr>
        <p:grpSpPr>
          <a:xfrm>
            <a:off x="13006024" y="19601493"/>
            <a:ext cx="2861899" cy="826432"/>
            <a:chOff x="9310021" y="16686553"/>
            <a:chExt cx="2861899" cy="826432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ECBB3DCA-9775-E0CB-E6DC-626AF27D87EC}"/>
                </a:ext>
              </a:extLst>
            </p:cNvPr>
            <p:cNvGrpSpPr/>
            <p:nvPr/>
          </p:nvGrpSpPr>
          <p:grpSpPr>
            <a:xfrm>
              <a:off x="9310021" y="16863831"/>
              <a:ext cx="2861899" cy="649154"/>
              <a:chOff x="8202269" y="19273741"/>
              <a:chExt cx="2861899" cy="649154"/>
            </a:xfrm>
          </p:grpSpPr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D3EB0249-EEFA-017F-F6C7-F0DE0E9D6B30}"/>
                  </a:ext>
                </a:extLst>
              </p:cNvPr>
              <p:cNvSpPr txBox="1"/>
              <p:nvPr/>
            </p:nvSpPr>
            <p:spPr>
              <a:xfrm>
                <a:off x="8753320" y="19273741"/>
                <a:ext cx="231084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ts val="1200"/>
                  </a:spcBef>
                </a:pPr>
                <a:r>
                  <a:rPr lang="en-US" altLang="zh-CN" sz="2800" b="1" i="0" dirty="0">
                    <a:effectLst/>
                    <a:latin typeface="Source Sans Pro" panose="020F0502020204030204" pitchFamily="34" charset="0"/>
                  </a:rPr>
                  <a:t>Patch Verifier</a:t>
                </a:r>
                <a:endParaRPr lang="zh-CN" altLang="en-US" sz="4400" b="1" i="0">
                  <a:effectLst/>
                  <a:latin typeface="Source Sans Pro" panose="020F0502020204030204" pitchFamily="34" charset="0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49FE691F-978A-B192-30D1-76CC84DCC43E}"/>
                  </a:ext>
                </a:extLst>
              </p:cNvPr>
              <p:cNvSpPr txBox="1"/>
              <p:nvPr/>
            </p:nvSpPr>
            <p:spPr>
              <a:xfrm>
                <a:off x="8202269" y="19276564"/>
                <a:ext cx="76282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3600"/>
                  <a:t>⚖️</a:t>
                </a:r>
              </a:p>
            </p:txBody>
          </p:sp>
        </p:grpSp>
        <p:sp>
          <p:nvSpPr>
            <p:cNvPr id="24" name="矩形: 圆角 40">
              <a:extLst>
                <a:ext uri="{FF2B5EF4-FFF2-40B4-BE49-F238E27FC236}">
                  <a16:creationId xmlns:a16="http://schemas.microsoft.com/office/drawing/2014/main" id="{32C2BE15-15CC-2286-6F8F-D48F526F93E8}"/>
                </a:ext>
              </a:extLst>
            </p:cNvPr>
            <p:cNvSpPr/>
            <p:nvPr/>
          </p:nvSpPr>
          <p:spPr>
            <a:xfrm>
              <a:off x="9310021" y="16686553"/>
              <a:ext cx="2852625" cy="797141"/>
            </a:xfrm>
            <a:prstGeom prst="roundRect">
              <a:avLst>
                <a:gd name="adj" fmla="val 6347"/>
              </a:avLst>
            </a:prstGeom>
            <a:solidFill>
              <a:schemeClr val="accent1">
                <a:alpha val="0"/>
              </a:schemeClr>
            </a:solidFill>
            <a:ln w="63500">
              <a:solidFill>
                <a:schemeClr val="accent6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zh-CN" altLang="en-US" sz="1400" baseline="-25000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8A05939-96A7-2C9D-5800-688070F09791}"/>
              </a:ext>
            </a:extLst>
          </p:cNvPr>
          <p:cNvGrpSpPr/>
          <p:nvPr/>
        </p:nvGrpSpPr>
        <p:grpSpPr>
          <a:xfrm>
            <a:off x="12897360" y="16897324"/>
            <a:ext cx="2961289" cy="826432"/>
            <a:chOff x="12906634" y="16373043"/>
            <a:chExt cx="2961289" cy="826432"/>
          </a:xfrm>
        </p:grpSpPr>
        <p:sp>
          <p:nvSpPr>
            <p:cNvPr id="28" name="矩形: 圆角 40">
              <a:extLst>
                <a:ext uri="{FF2B5EF4-FFF2-40B4-BE49-F238E27FC236}">
                  <a16:creationId xmlns:a16="http://schemas.microsoft.com/office/drawing/2014/main" id="{63240C27-683E-D95C-B367-22635FBB824B}"/>
                </a:ext>
              </a:extLst>
            </p:cNvPr>
            <p:cNvSpPr/>
            <p:nvPr/>
          </p:nvSpPr>
          <p:spPr>
            <a:xfrm>
              <a:off x="12906634" y="16373043"/>
              <a:ext cx="2852625" cy="797141"/>
            </a:xfrm>
            <a:prstGeom prst="roundRect">
              <a:avLst>
                <a:gd name="adj" fmla="val 6347"/>
              </a:avLst>
            </a:prstGeom>
            <a:solidFill>
              <a:schemeClr val="accent1">
                <a:alpha val="0"/>
              </a:schemeClr>
            </a:solidFill>
            <a:ln w="63500">
              <a:solidFill>
                <a:schemeClr val="accent6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zh-CN" altLang="en-US" sz="1400" baseline="-25000">
                <a:solidFill>
                  <a:schemeClr val="tx1"/>
                </a:solidFill>
              </a:endParaRPr>
            </a:p>
          </p:txBody>
        </p: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171AAEBD-77E0-BC4B-32F6-898CAD9AF1EF}"/>
                </a:ext>
              </a:extLst>
            </p:cNvPr>
            <p:cNvGrpSpPr/>
            <p:nvPr/>
          </p:nvGrpSpPr>
          <p:grpSpPr>
            <a:xfrm>
              <a:off x="12906634" y="16550321"/>
              <a:ext cx="2961289" cy="649154"/>
              <a:chOff x="8202269" y="19273741"/>
              <a:chExt cx="2961289" cy="649154"/>
            </a:xfrm>
          </p:grpSpPr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0080CAA8-7709-B8C6-95FE-E203DEBBEFCD}"/>
                  </a:ext>
                </a:extLst>
              </p:cNvPr>
              <p:cNvSpPr txBox="1"/>
              <p:nvPr/>
            </p:nvSpPr>
            <p:spPr>
              <a:xfrm>
                <a:off x="8852710" y="19273741"/>
                <a:ext cx="231084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ts val="1200"/>
                  </a:spcBef>
                </a:pPr>
                <a:r>
                  <a:rPr lang="en-US" altLang="zh-CN" sz="2800" b="1" i="0" dirty="0">
                    <a:effectLst/>
                    <a:latin typeface="Source Sans Pro" panose="020F0502020204030204" pitchFamily="34" charset="0"/>
                  </a:rPr>
                  <a:t>Test Verifier</a:t>
                </a:r>
                <a:endParaRPr lang="zh-CN" altLang="en-US" sz="4400" b="1" i="0">
                  <a:effectLst/>
                  <a:latin typeface="Source Sans Pro" panose="020F0502020204030204" pitchFamily="34" charset="0"/>
                </a:endParaRP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18B68BAB-6D75-A22E-D0EC-CEAF5CEFFC7C}"/>
                  </a:ext>
                </a:extLst>
              </p:cNvPr>
              <p:cNvSpPr txBox="1"/>
              <p:nvPr/>
            </p:nvSpPr>
            <p:spPr>
              <a:xfrm>
                <a:off x="8202269" y="19276564"/>
                <a:ext cx="76282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3600"/>
                  <a:t>⚖️</a:t>
                </a:r>
              </a:p>
            </p:txBody>
          </p:sp>
        </p:grpSp>
      </p:grpSp>
      <p:sp>
        <p:nvSpPr>
          <p:cNvPr id="32" name="箭头: 下 95">
            <a:extLst>
              <a:ext uri="{FF2B5EF4-FFF2-40B4-BE49-F238E27FC236}">
                <a16:creationId xmlns:a16="http://schemas.microsoft.com/office/drawing/2014/main" id="{D45E539E-AC0F-B90C-1FDE-4A360245AA30}"/>
              </a:ext>
            </a:extLst>
          </p:cNvPr>
          <p:cNvSpPr/>
          <p:nvPr/>
        </p:nvSpPr>
        <p:spPr>
          <a:xfrm rot="16200000">
            <a:off x="8877311" y="18361311"/>
            <a:ext cx="139082" cy="436001"/>
          </a:xfrm>
          <a:prstGeom prst="downArrow">
            <a:avLst>
              <a:gd name="adj1" fmla="val 30769"/>
              <a:gd name="adj2" fmla="val 10769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图片 32" descr="形状&#10;&#10;AI 生成的内容可能不正确。">
            <a:extLst>
              <a:ext uri="{FF2B5EF4-FFF2-40B4-BE49-F238E27FC236}">
                <a16:creationId xmlns:a16="http://schemas.microsoft.com/office/drawing/2014/main" id="{2E60A9AD-C3F1-D48D-A4DF-9EA331C80B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0632" y="19245243"/>
            <a:ext cx="530796" cy="530796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9E64FDA1-D519-7FA3-9934-12AF50F311FC}"/>
              </a:ext>
            </a:extLst>
          </p:cNvPr>
          <p:cNvSpPr txBox="1"/>
          <p:nvPr/>
        </p:nvSpPr>
        <p:spPr>
          <a:xfrm>
            <a:off x="9794744" y="19255551"/>
            <a:ext cx="27239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en-US" altLang="zh-CN" sz="2800" b="1" dirty="0">
                <a:latin typeface="Source Sans Pro" panose="020F0502020204030204" pitchFamily="34" charset="0"/>
              </a:rPr>
              <a:t>Generate Patch</a:t>
            </a:r>
            <a:endParaRPr lang="zh-CN" altLang="en-US" sz="4400" b="1" i="0">
              <a:effectLst/>
              <a:latin typeface="Source Sans Pro" panose="020F0502020204030204" pitchFamily="34" charset="0"/>
            </a:endParaRPr>
          </a:p>
        </p:txBody>
      </p:sp>
      <p:sp>
        <p:nvSpPr>
          <p:cNvPr id="35" name="箭头: 下 95">
            <a:extLst>
              <a:ext uri="{FF2B5EF4-FFF2-40B4-BE49-F238E27FC236}">
                <a16:creationId xmlns:a16="http://schemas.microsoft.com/office/drawing/2014/main" id="{7C652370-42B1-E2FD-13A8-AA531BCE7B2B}"/>
              </a:ext>
            </a:extLst>
          </p:cNvPr>
          <p:cNvSpPr/>
          <p:nvPr/>
        </p:nvSpPr>
        <p:spPr>
          <a:xfrm rot="18816117">
            <a:off x="12380349" y="19045644"/>
            <a:ext cx="139082" cy="436001"/>
          </a:xfrm>
          <a:prstGeom prst="downArrow">
            <a:avLst>
              <a:gd name="adj1" fmla="val 30769"/>
              <a:gd name="adj2" fmla="val 10769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027388B-827A-4181-3303-93084E6A5914}"/>
              </a:ext>
            </a:extLst>
          </p:cNvPr>
          <p:cNvSpPr txBox="1"/>
          <p:nvPr/>
        </p:nvSpPr>
        <p:spPr>
          <a:xfrm>
            <a:off x="16346018" y="19286012"/>
            <a:ext cx="21865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en-US" altLang="zh-CN" sz="2800" b="1" dirty="0">
                <a:latin typeface="Source Sans Pro" panose="020F0502020204030204" pitchFamily="34" charset="0"/>
              </a:rPr>
              <a:t>Valid Patch</a:t>
            </a:r>
            <a:endParaRPr lang="zh-CN" altLang="en-US" sz="4400" b="1" i="0">
              <a:effectLst/>
              <a:latin typeface="Source Sans Pro" panose="020F0502020204030204" pitchFamily="34" charset="0"/>
            </a:endParaRPr>
          </a:p>
        </p:txBody>
      </p:sp>
      <p:sp>
        <p:nvSpPr>
          <p:cNvPr id="37" name="箭头: 下 95">
            <a:extLst>
              <a:ext uri="{FF2B5EF4-FFF2-40B4-BE49-F238E27FC236}">
                <a16:creationId xmlns:a16="http://schemas.microsoft.com/office/drawing/2014/main" id="{27081370-3D30-16EC-2C86-0DD37A83846F}"/>
              </a:ext>
            </a:extLst>
          </p:cNvPr>
          <p:cNvSpPr/>
          <p:nvPr/>
        </p:nvSpPr>
        <p:spPr>
          <a:xfrm rot="13807602">
            <a:off x="16123627" y="19068012"/>
            <a:ext cx="139082" cy="436001"/>
          </a:xfrm>
          <a:prstGeom prst="downArrow">
            <a:avLst>
              <a:gd name="adj1" fmla="val 30769"/>
              <a:gd name="adj2" fmla="val 10769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箭头: 下 95">
            <a:extLst>
              <a:ext uri="{FF2B5EF4-FFF2-40B4-BE49-F238E27FC236}">
                <a16:creationId xmlns:a16="http://schemas.microsoft.com/office/drawing/2014/main" id="{2E37E21B-1215-B196-5C6D-7BE5B40369FA}"/>
              </a:ext>
            </a:extLst>
          </p:cNvPr>
          <p:cNvSpPr/>
          <p:nvPr/>
        </p:nvSpPr>
        <p:spPr>
          <a:xfrm rot="18816117">
            <a:off x="16123739" y="20588992"/>
            <a:ext cx="139082" cy="436001"/>
          </a:xfrm>
          <a:prstGeom prst="downArrow">
            <a:avLst>
              <a:gd name="adj1" fmla="val 30769"/>
              <a:gd name="adj2" fmla="val 10769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58CB3F6-C37B-028F-D18B-73F35B0CB571}"/>
              </a:ext>
            </a:extLst>
          </p:cNvPr>
          <p:cNvSpPr txBox="1"/>
          <p:nvPr/>
        </p:nvSpPr>
        <p:spPr>
          <a:xfrm>
            <a:off x="16444885" y="20545382"/>
            <a:ext cx="3870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en-US" altLang="zh-CN" sz="2800" b="1" dirty="0">
                <a:latin typeface="Source Sans Pro" panose="020F0502020204030204" pitchFamily="34" charset="0"/>
              </a:rPr>
              <a:t>Invalid Patch,</a:t>
            </a:r>
            <a:r>
              <a:rPr lang="zh-CN" altLang="en-US" sz="2800" b="1">
                <a:latin typeface="Source Sans Pro" panose="020F0502020204030204" pitchFamily="34" charset="0"/>
              </a:rPr>
              <a:t> </a:t>
            </a:r>
            <a:r>
              <a:rPr lang="en-US" altLang="zh-CN" sz="2800" b="1" dirty="0">
                <a:latin typeface="Source Sans Pro" panose="020F0502020204030204" pitchFamily="34" charset="0"/>
              </a:rPr>
              <a:t>A Score--</a:t>
            </a:r>
            <a:endParaRPr lang="zh-CN" altLang="en-US" sz="4400" b="1" i="0">
              <a:effectLst/>
              <a:latin typeface="Source Sans Pro" panose="020F0502020204030204" pitchFamily="34" charset="0"/>
            </a:endParaRPr>
          </a:p>
        </p:txBody>
      </p:sp>
      <p:sp>
        <p:nvSpPr>
          <p:cNvPr id="40" name="箭头: 下 95">
            <a:extLst>
              <a:ext uri="{FF2B5EF4-FFF2-40B4-BE49-F238E27FC236}">
                <a16:creationId xmlns:a16="http://schemas.microsoft.com/office/drawing/2014/main" id="{936830C8-6C6C-18A8-C906-2334FEBE7B89}"/>
              </a:ext>
            </a:extLst>
          </p:cNvPr>
          <p:cNvSpPr/>
          <p:nvPr/>
        </p:nvSpPr>
        <p:spPr>
          <a:xfrm rot="8178930">
            <a:off x="16023378" y="17401893"/>
            <a:ext cx="139082" cy="436001"/>
          </a:xfrm>
          <a:prstGeom prst="downArrow">
            <a:avLst>
              <a:gd name="adj1" fmla="val 30769"/>
              <a:gd name="adj2" fmla="val 10769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箭头: 下 95">
            <a:extLst>
              <a:ext uri="{FF2B5EF4-FFF2-40B4-BE49-F238E27FC236}">
                <a16:creationId xmlns:a16="http://schemas.microsoft.com/office/drawing/2014/main" id="{A8CE542F-154A-6509-BB9B-755F8ABD7515}"/>
              </a:ext>
            </a:extLst>
          </p:cNvPr>
          <p:cNvSpPr/>
          <p:nvPr/>
        </p:nvSpPr>
        <p:spPr>
          <a:xfrm rot="2772419">
            <a:off x="12380684" y="17291363"/>
            <a:ext cx="139082" cy="436001"/>
          </a:xfrm>
          <a:prstGeom prst="downArrow">
            <a:avLst>
              <a:gd name="adj1" fmla="val 30769"/>
              <a:gd name="adj2" fmla="val 10769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BD44E2D-C5BC-1915-B7BA-010F7AF9D9ED}"/>
              </a:ext>
            </a:extLst>
          </p:cNvPr>
          <p:cNvSpPr txBox="1"/>
          <p:nvPr/>
        </p:nvSpPr>
        <p:spPr>
          <a:xfrm>
            <a:off x="16782291" y="17173185"/>
            <a:ext cx="27239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en-US" altLang="zh-CN" sz="2800" b="1" dirty="0">
                <a:latin typeface="Source Sans Pro" panose="020F0502020204030204" pitchFamily="34" charset="0"/>
              </a:rPr>
              <a:t>Generate Test</a:t>
            </a:r>
            <a:endParaRPr lang="zh-CN" altLang="en-US" sz="4400" b="1" i="0">
              <a:effectLst/>
              <a:latin typeface="Source Sans Pro" panose="020F0502020204030204" pitchFamily="34" charset="0"/>
            </a:endParaRPr>
          </a:p>
        </p:txBody>
      </p:sp>
      <p:pic>
        <p:nvPicPr>
          <p:cNvPr id="43" name="图片 42" descr="形状&#10;&#10;AI 生成的内容可能不正确。">
            <a:extLst>
              <a:ext uri="{FF2B5EF4-FFF2-40B4-BE49-F238E27FC236}">
                <a16:creationId xmlns:a16="http://schemas.microsoft.com/office/drawing/2014/main" id="{97929BDC-860D-D53D-606C-95BF6CC455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5382" y="17167432"/>
            <a:ext cx="523220" cy="523220"/>
          </a:xfrm>
          <a:prstGeom prst="rect">
            <a:avLst/>
          </a:prstGeom>
        </p:spPr>
      </p:pic>
      <p:sp>
        <p:nvSpPr>
          <p:cNvPr id="44" name="文本框 43">
            <a:extLst>
              <a:ext uri="{FF2B5EF4-FFF2-40B4-BE49-F238E27FC236}">
                <a16:creationId xmlns:a16="http://schemas.microsoft.com/office/drawing/2014/main" id="{EAC165B1-74D0-B069-4A8F-350DDAD5C906}"/>
              </a:ext>
            </a:extLst>
          </p:cNvPr>
          <p:cNvSpPr txBox="1"/>
          <p:nvPr/>
        </p:nvSpPr>
        <p:spPr>
          <a:xfrm>
            <a:off x="10416811" y="17049304"/>
            <a:ext cx="21865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en-US" altLang="zh-CN" sz="2800" b="1" dirty="0">
                <a:latin typeface="Source Sans Pro" panose="020F0502020204030204" pitchFamily="34" charset="0"/>
              </a:rPr>
              <a:t>Valid Test</a:t>
            </a:r>
            <a:endParaRPr lang="zh-CN" altLang="en-US" sz="4400" b="1" i="0">
              <a:effectLst/>
              <a:latin typeface="Source Sans Pro" panose="020F0502020204030204" pitchFamily="34" charset="0"/>
            </a:endParaRPr>
          </a:p>
        </p:txBody>
      </p:sp>
      <p:sp>
        <p:nvSpPr>
          <p:cNvPr id="45" name="箭头: 下 95">
            <a:extLst>
              <a:ext uri="{FF2B5EF4-FFF2-40B4-BE49-F238E27FC236}">
                <a16:creationId xmlns:a16="http://schemas.microsoft.com/office/drawing/2014/main" id="{56048042-A7E6-5455-FE70-C44D14137922}"/>
              </a:ext>
            </a:extLst>
          </p:cNvPr>
          <p:cNvSpPr/>
          <p:nvPr/>
        </p:nvSpPr>
        <p:spPr>
          <a:xfrm rot="8178930">
            <a:off x="12375385" y="16082511"/>
            <a:ext cx="139082" cy="436001"/>
          </a:xfrm>
          <a:prstGeom prst="downArrow">
            <a:avLst>
              <a:gd name="adj1" fmla="val 30769"/>
              <a:gd name="adj2" fmla="val 10769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6BDB80A-392B-EA57-E0E4-B92191B55DC0}"/>
              </a:ext>
            </a:extLst>
          </p:cNvPr>
          <p:cNvSpPr txBox="1"/>
          <p:nvPr/>
        </p:nvSpPr>
        <p:spPr>
          <a:xfrm>
            <a:off x="8869491" y="15656399"/>
            <a:ext cx="3870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en-US" altLang="zh-CN" sz="2800" b="1" dirty="0">
                <a:latin typeface="Source Sans Pro" panose="020F0502020204030204" pitchFamily="34" charset="0"/>
              </a:rPr>
              <a:t>Invalid Test,</a:t>
            </a:r>
            <a:r>
              <a:rPr lang="zh-CN" altLang="en-US" sz="2800" b="1">
                <a:latin typeface="Source Sans Pro" panose="020F0502020204030204" pitchFamily="34" charset="0"/>
              </a:rPr>
              <a:t> </a:t>
            </a:r>
            <a:r>
              <a:rPr lang="en-US" altLang="zh-CN" sz="2800" b="1" dirty="0">
                <a:latin typeface="Source Sans Pro" panose="020F0502020204030204" pitchFamily="34" charset="0"/>
              </a:rPr>
              <a:t>B Score--</a:t>
            </a:r>
            <a:endParaRPr lang="zh-CN" altLang="en-US" sz="4400" b="1" i="0">
              <a:effectLst/>
              <a:latin typeface="Source Sans Pro" panose="020F0502020204030204" pitchFamily="34" charset="0"/>
            </a:endParaRPr>
          </a:p>
        </p:txBody>
      </p:sp>
      <p:pic>
        <p:nvPicPr>
          <p:cNvPr id="47" name="图片 46" descr="形状&#10;&#10;AI 生成的内容可能不正确。">
            <a:extLst>
              <a:ext uri="{FF2B5EF4-FFF2-40B4-BE49-F238E27FC236}">
                <a16:creationId xmlns:a16="http://schemas.microsoft.com/office/drawing/2014/main" id="{4FBD1EA6-F984-2446-1406-2A30ECDE31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8681" y="22208974"/>
            <a:ext cx="570171" cy="570171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66AD5651-B32C-F1DF-ECD4-FE9D87475529}"/>
              </a:ext>
            </a:extLst>
          </p:cNvPr>
          <p:cNvSpPr txBox="1"/>
          <p:nvPr/>
        </p:nvSpPr>
        <p:spPr>
          <a:xfrm>
            <a:off x="14031062" y="22195751"/>
            <a:ext cx="24176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en-US" altLang="zh-CN" sz="2800" b="1" dirty="0">
                <a:latin typeface="Source Sans Pro" panose="020F0502020204030204" pitchFamily="34" charset="0"/>
              </a:rPr>
              <a:t>Switch Roles</a:t>
            </a:r>
            <a:endParaRPr lang="zh-CN" altLang="en-US" sz="4400" b="1" i="0">
              <a:effectLst/>
              <a:latin typeface="Source Sans Pro" panose="020F050202020403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44A2B45-748C-BCFF-8A37-A2C8DFFA63EE}"/>
              </a:ext>
            </a:extLst>
          </p:cNvPr>
          <p:cNvSpPr txBox="1"/>
          <p:nvPr/>
        </p:nvSpPr>
        <p:spPr>
          <a:xfrm>
            <a:off x="4775872" y="13117979"/>
            <a:ext cx="21865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en-US" altLang="zh-CN" sz="2800" b="1" dirty="0">
                <a:latin typeface="Source Sans Pro" panose="020F0502020204030204" pitchFamily="34" charset="0"/>
              </a:rPr>
              <a:t>Dataset</a:t>
            </a:r>
            <a:endParaRPr lang="zh-CN" altLang="en-US" sz="4400" b="1" i="0">
              <a:effectLst/>
              <a:latin typeface="Source Sans Pro" panose="020F0502020204030204" pitchFamily="34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791CE777-B2BB-819A-DB7D-28098833BDAE}"/>
              </a:ext>
            </a:extLst>
          </p:cNvPr>
          <p:cNvSpPr txBox="1"/>
          <p:nvPr/>
        </p:nvSpPr>
        <p:spPr>
          <a:xfrm>
            <a:off x="3727405" y="13592710"/>
            <a:ext cx="21865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en-US" altLang="zh-CN" sz="2800" b="1" dirty="0">
                <a:latin typeface="Source Sans Pro" panose="020F0502020204030204" pitchFamily="34" charset="0"/>
              </a:rPr>
              <a:t>Codebase</a:t>
            </a:r>
            <a:endParaRPr lang="zh-CN" altLang="en-US" sz="4400" b="1" i="0">
              <a:effectLst/>
              <a:latin typeface="Source Sans Pro" panose="020F0502020204030204" pitchFamily="34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8D4F2C2-6E54-C5EA-3ECB-714D8A51BADB}"/>
              </a:ext>
            </a:extLst>
          </p:cNvPr>
          <p:cNvSpPr txBox="1"/>
          <p:nvPr/>
        </p:nvSpPr>
        <p:spPr>
          <a:xfrm>
            <a:off x="5846986" y="13618342"/>
            <a:ext cx="21865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en-US" altLang="zh-CN" sz="2800" b="1" dirty="0">
                <a:latin typeface="Source Sans Pro" panose="020F0502020204030204" pitchFamily="34" charset="0"/>
              </a:rPr>
              <a:t>Issue</a:t>
            </a:r>
            <a:endParaRPr lang="zh-CN" altLang="en-US" sz="4400" b="1" i="0">
              <a:effectLst/>
              <a:latin typeface="Source Sans Pro" panose="020F0502020204030204" pitchFamily="34" charset="0"/>
            </a:endParaRPr>
          </a:p>
        </p:txBody>
      </p:sp>
      <p:sp>
        <p:nvSpPr>
          <p:cNvPr id="53" name="箭头: 下 95">
            <a:extLst>
              <a:ext uri="{FF2B5EF4-FFF2-40B4-BE49-F238E27FC236}">
                <a16:creationId xmlns:a16="http://schemas.microsoft.com/office/drawing/2014/main" id="{43F6954F-5BE8-3EE1-E263-EBA5C6DBD524}"/>
              </a:ext>
            </a:extLst>
          </p:cNvPr>
          <p:cNvSpPr/>
          <p:nvPr/>
        </p:nvSpPr>
        <p:spPr>
          <a:xfrm>
            <a:off x="4535714" y="14015692"/>
            <a:ext cx="109435" cy="1130101"/>
          </a:xfrm>
          <a:prstGeom prst="downArrow">
            <a:avLst>
              <a:gd name="adj1" fmla="val 30769"/>
              <a:gd name="adj2" fmla="val 10769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9E39BF00-61F4-62F3-4D64-8B68CD55CDF9}"/>
              </a:ext>
            </a:extLst>
          </p:cNvPr>
          <p:cNvSpPr txBox="1"/>
          <p:nvPr/>
        </p:nvSpPr>
        <p:spPr>
          <a:xfrm>
            <a:off x="4684649" y="14319132"/>
            <a:ext cx="21865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en-US" altLang="zh-CN" sz="2800" b="1" dirty="0">
                <a:latin typeface="Source Sans Pro" panose="020F0502020204030204" pitchFamily="34" charset="0"/>
              </a:rPr>
              <a:t>Retrieval</a:t>
            </a:r>
            <a:endParaRPr lang="zh-CN" altLang="en-US" sz="4400" b="1" i="0">
              <a:effectLst/>
              <a:latin typeface="Source Sans Pro" panose="020F0502020204030204" pitchFamily="34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5D3208F-0532-E1FF-0BCD-59F8D4C4835F}"/>
              </a:ext>
            </a:extLst>
          </p:cNvPr>
          <p:cNvSpPr txBox="1"/>
          <p:nvPr/>
        </p:nvSpPr>
        <p:spPr>
          <a:xfrm>
            <a:off x="3364619" y="15166142"/>
            <a:ext cx="23421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en-US" altLang="zh-CN" sz="2800" b="1" i="0" dirty="0">
                <a:effectLst/>
                <a:latin typeface="Source Sans Pro" panose="020F0502020204030204" pitchFamily="34" charset="0"/>
              </a:rPr>
              <a:t>Code Snippet</a:t>
            </a:r>
            <a:endParaRPr lang="zh-CN" altLang="en-US" sz="4400" b="1" i="0">
              <a:effectLst/>
              <a:latin typeface="Source Sans Pro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92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2302</TotalTime>
  <Words>314</Words>
  <Application>Microsoft Macintosh PowerPoint</Application>
  <PresentationFormat>自定义</PresentationFormat>
  <Paragraphs>94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Source Sans Pro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Han Toser</dc:creator>
  <cp:lastModifiedBy>Shen, Hui</cp:lastModifiedBy>
  <cp:revision>739</cp:revision>
  <dcterms:created xsi:type="dcterms:W3CDTF">2025-01-30T10:29:00Z</dcterms:created>
  <dcterms:modified xsi:type="dcterms:W3CDTF">2025-04-15T07:26:42Z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3E4ABF2FC43941F092357FEE51CE7EED_13</vt:lpwstr>
  </property>
  <property fmtid="{D5CDD505-2E9C-101B-9397-08002B2CF9AE}" pid="3" name="KSOProductBuildVer">
    <vt:lpwstr>2052-12.1.0.19770</vt:lpwstr>
  </property>
</Properties>
</file>